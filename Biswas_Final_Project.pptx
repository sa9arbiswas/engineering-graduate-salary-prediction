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0" r:id="rId1"/>
    <p:sldMasterId id="2147483741"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embeddedFontLst>
    <p:embeddedFont>
      <p:font typeface="DM Sans" pitchFamily="2" charset="77"/>
      <p:regular r:id="rId20"/>
      <p:bold r:id="rId21"/>
      <p:boldItalic r:id="rId22"/>
    </p:embeddedFont>
    <p:embeddedFont>
      <p:font typeface="DM Sans Light" pitchFamily="2" charset="77"/>
      <p:regular r:id="rId23"/>
      <p:bold r:id="rId24"/>
      <p:italic r:id="rId25"/>
      <p:boldItalic r:id="rId26"/>
    </p:embeddedFont>
    <p:embeddedFont>
      <p:font typeface="DM Sans Medium" pitchFamily="2" charset="77"/>
      <p:regular r:id="rId27"/>
      <p:bold r:id="rId28"/>
      <p:italic r:id="rId29"/>
      <p:boldItalic r:id="rId30"/>
    </p:embeddedFont>
    <p:embeddedFont>
      <p:font typeface="DM Sans SemiBold" pitchFamily="2" charset="77"/>
      <p:regular r:id="rId31"/>
      <p:bold r:id="rId32"/>
      <p:italic r:id="rId33"/>
      <p:boldItalic r:id="rId34"/>
    </p:embeddedFont>
    <p:embeddedFont>
      <p:font typeface="Newsreader" panose="02000000000000000000" pitchFamily="2" charset="77"/>
      <p:regular r:id="rId35"/>
      <p:bold r:id="rId36"/>
      <p:italic r:id="rId37"/>
      <p:boldItalic r:id="rId38"/>
    </p:embeddedFont>
    <p:embeddedFont>
      <p:font typeface="Newsreader Light" panose="02000000000000000000" pitchFamily="2" charset="77"/>
      <p:regular r:id="rId39"/>
      <p:bold r:id="rId40"/>
      <p:italic r:id="rId41"/>
      <p:boldItalic r:id="rId42"/>
    </p:embeddedFont>
    <p:embeddedFont>
      <p:font typeface="Newsreader SemiBold" panose="02000000000000000000" pitchFamily="2" charset="77"/>
      <p:regular r:id="rId43"/>
      <p:bold r:id="rId44"/>
      <p:italic r:id="rId45"/>
      <p:boldItalic r:id="rId46"/>
    </p:embeddedFont>
    <p:embeddedFont>
      <p:font typeface="Urbanist" panose="020B0A04040200000203" pitchFamily="34" charset="77"/>
      <p:regular r:id="rId47"/>
      <p:bold r:id="rId48"/>
      <p:italic r:id="rId49"/>
      <p:boldItalic r:id="rId50"/>
    </p:embeddedFont>
    <p:embeddedFont>
      <p:font typeface="Urbanist Medium" panose="020B0A04040200000203" pitchFamily="34" charset="77"/>
      <p:regular r:id="rId51"/>
      <p:bold r:id="rId52"/>
      <p:italic r:id="rId53"/>
      <p:boldItalic r:id="rId54"/>
    </p:embeddedFont>
    <p:embeddedFont>
      <p:font typeface="Urbanist SemiBold" panose="020B0A04040200000203" pitchFamily="34" charset="77"/>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54" d="100"/>
          <a:sy n="154" d="100"/>
        </p:scale>
        <p:origin x="344"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font" Target="fonts/font28.fntdata"/><Relationship Id="rId50" Type="http://schemas.openxmlformats.org/officeDocument/2006/relationships/font" Target="fonts/font31.fntdata"/><Relationship Id="rId55" Type="http://schemas.openxmlformats.org/officeDocument/2006/relationships/font" Target="fonts/font36.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0.fntdata"/><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53" Type="http://schemas.openxmlformats.org/officeDocument/2006/relationships/font" Target="fonts/font34.fntdata"/><Relationship Id="rId58" Type="http://schemas.openxmlformats.org/officeDocument/2006/relationships/font" Target="fonts/font39.fntdata"/><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notesMaster" Target="notesMasters/notesMaster1.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font" Target="fonts/font29.fntdata"/><Relationship Id="rId56" Type="http://schemas.openxmlformats.org/officeDocument/2006/relationships/font" Target="fonts/font37.fntdata"/><Relationship Id="rId8" Type="http://schemas.openxmlformats.org/officeDocument/2006/relationships/slide" Target="slides/slide6.xml"/><Relationship Id="rId51" Type="http://schemas.openxmlformats.org/officeDocument/2006/relationships/font" Target="fonts/font3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59" Type="http://schemas.openxmlformats.org/officeDocument/2006/relationships/presProps" Target="presProps.xml"/><Relationship Id="rId20" Type="http://schemas.openxmlformats.org/officeDocument/2006/relationships/font" Target="fonts/font1.fntdata"/><Relationship Id="rId41" Type="http://schemas.openxmlformats.org/officeDocument/2006/relationships/font" Target="fonts/font22.fntdata"/><Relationship Id="rId54" Type="http://schemas.openxmlformats.org/officeDocument/2006/relationships/font" Target="fonts/font35.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font" Target="fonts/font30.fntdata"/><Relationship Id="rId57" Type="http://schemas.openxmlformats.org/officeDocument/2006/relationships/font" Target="fonts/font38.fntdata"/><Relationship Id="rId10" Type="http://schemas.openxmlformats.org/officeDocument/2006/relationships/slide" Target="slides/slide8.xml"/><Relationship Id="rId31" Type="http://schemas.openxmlformats.org/officeDocument/2006/relationships/font" Target="fonts/font12.fntdata"/><Relationship Id="rId44" Type="http://schemas.openxmlformats.org/officeDocument/2006/relationships/font" Target="fonts/font25.fntdata"/><Relationship Id="rId52" Type="http://schemas.openxmlformats.org/officeDocument/2006/relationships/font" Target="fonts/font33.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e8fbec1dc1_0_7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e8fbec1dc1_0_7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3e8fbec1dc1_0_7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3e8fbec1dc1_0_7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3e8fbec1dc1_0_7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3e8fbec1dc1_0_7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e8fbec1dc1_0_7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3e8fbec1dc1_0_7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e8fbec1dc1_0_7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3e8fbec1dc1_0_7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e8fbec1dc1_0_75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3e8fbec1dc1_0_7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e8fbec1dc1_0_75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2" name="Google Shape;982;g3e8fbec1dc1_0_7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e8fbec1dc1_0_7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3e8fbec1dc1_0_7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e8fbec1dc1_0_75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3e8fbec1dc1_0_7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e8fbec1dc1_0_7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3e8fbec1dc1_0_7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e8fbec1dc1_0_78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e8fbec1dc1_0_7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3e8fbec1dc1_0_7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3e8fbec1dc1_0_7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e8fbec1dc1_0_78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3e8fbec1dc1_0_7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e8fbec1dc1_0_75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3e8fbec1dc1_0_7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3e8fbec1dc1_0_75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0" name="Google Shape;1080;g3e8fbec1dc1_0_7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3e8fbec1dc1_0_78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3e8fbec1dc1_0_7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ALT 1">
  <p:cSld name="BLANK_4">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l="3134" t="16786" r="7835" b="8145"/>
          <a:stretch/>
        </p:blipFill>
        <p:spPr>
          <a:xfrm rot="10800000" flipH="1">
            <a:off x="0" y="-3474"/>
            <a:ext cx="9161550" cy="5154499"/>
          </a:xfrm>
          <a:prstGeom prst="rect">
            <a:avLst/>
          </a:prstGeom>
          <a:noFill/>
          <a:ln>
            <a:noFill/>
          </a:ln>
        </p:spPr>
      </p:pic>
      <p:sp>
        <p:nvSpPr>
          <p:cNvPr id="11" name="Google Shape;11;p2"/>
          <p:cNvSpPr/>
          <p:nvPr/>
        </p:nvSpPr>
        <p:spPr>
          <a:xfrm rot="10800000" flipH="1">
            <a:off x="0" y="4676700"/>
            <a:ext cx="9149700" cy="466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2" name="Google Shape;12;p2"/>
          <p:cNvSpPr txBox="1">
            <a:spLocks noGrp="1"/>
          </p:cNvSpPr>
          <p:nvPr>
            <p:ph type="subTitle" idx="1"/>
          </p:nvPr>
        </p:nvSpPr>
        <p:spPr>
          <a:xfrm>
            <a:off x="228600" y="1738950"/>
            <a:ext cx="4402800" cy="2520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13" name="Google Shape;13;p2"/>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 name="Google Shape;14;p2"/>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5" name="Google Shape;15;p2"/>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6" name="Google Shape;16;p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8" name="Google Shape;18;p2"/>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19" name="Google Shape;19;p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txBox="1">
            <a:spLocks noGrp="1"/>
          </p:cNvSpPr>
          <p:nvPr>
            <p:ph type="subTitle" idx="5"/>
          </p:nvPr>
        </p:nvSpPr>
        <p:spPr>
          <a:xfrm>
            <a:off x="2970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21" name="Google Shape;21;p2"/>
          <p:cNvSpPr txBox="1">
            <a:spLocks noGrp="1"/>
          </p:cNvSpPr>
          <p:nvPr>
            <p:ph type="subTitle" idx="6"/>
          </p:nvPr>
        </p:nvSpPr>
        <p:spPr>
          <a:xfrm>
            <a:off x="17863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22" name="Google Shape;22;p2"/>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
        <p:nvSpPr>
          <p:cNvPr id="23" name="Google Shape;23;p2"/>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ALT 1">
  <p:cSld name="BLANK_1_1_2">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228600" y="395043"/>
            <a:ext cx="6480300" cy="587700"/>
          </a:xfrm>
          <a:prstGeom prst="rect">
            <a:avLst/>
          </a:prstGeom>
        </p:spPr>
        <p:txBody>
          <a:bodyPr spcFirstLastPara="1" wrap="square" lIns="0" tIns="0"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6" name="Google Shape;26;p3"/>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27" name="Google Shape;27;p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8" name="Google Shape;28;p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 name="Google Shape;29;p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 name="Google Shape;30;p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ur values">
  <p:cSld name="BLANK_1_1_1_1">
    <p:spTree>
      <p:nvGrpSpPr>
        <p:cNvPr id="1" name="Shape 33"/>
        <p:cNvGrpSpPr/>
        <p:nvPr/>
      </p:nvGrpSpPr>
      <p:grpSpPr>
        <a:xfrm>
          <a:off x="0" y="0"/>
          <a:ext cx="0" cy="0"/>
          <a:chOff x="0" y="0"/>
          <a:chExt cx="0" cy="0"/>
        </a:xfrm>
      </p:grpSpPr>
      <p:sp>
        <p:nvSpPr>
          <p:cNvPr id="34" name="Google Shape;34;p4"/>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35" name="Google Shape;35;p4"/>
          <p:cNvSpPr txBox="1">
            <a:spLocks noGrp="1"/>
          </p:cNvSpPr>
          <p:nvPr>
            <p:ph type="title"/>
          </p:nvPr>
        </p:nvSpPr>
        <p:spPr>
          <a:xfrm>
            <a:off x="228600" y="613525"/>
            <a:ext cx="7223400" cy="4221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a:endParaRPr/>
          </a:p>
        </p:txBody>
      </p:sp>
      <p:sp>
        <p:nvSpPr>
          <p:cNvPr id="36" name="Google Shape;36;p4"/>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7" name="Google Shape;37;p4"/>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8" name="Google Shape;38;p4"/>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9" name="Google Shape;39;p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42" name="Google Shape;42;p4"/>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43" name="Google Shape;43;p4"/>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44" name="Google Shape;44;p4"/>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45" name="Google Shape;45;p4"/>
          <p:cNvSpPr txBox="1">
            <a:spLocks noGrp="1"/>
          </p:cNvSpPr>
          <p:nvPr>
            <p:ph type="body" idx="8"/>
          </p:nvPr>
        </p:nvSpPr>
        <p:spPr>
          <a:xfrm>
            <a:off x="288575"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46" name="Google Shape;46;p4"/>
          <p:cNvSpPr txBox="1">
            <a:spLocks noGrp="1"/>
          </p:cNvSpPr>
          <p:nvPr>
            <p:ph type="body" idx="9"/>
          </p:nvPr>
        </p:nvSpPr>
        <p:spPr>
          <a:xfrm>
            <a:off x="6121413"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47" name="Google Shape;47;p4"/>
          <p:cNvSpPr txBox="1">
            <a:spLocks noGrp="1"/>
          </p:cNvSpPr>
          <p:nvPr>
            <p:ph type="body" idx="13"/>
          </p:nvPr>
        </p:nvSpPr>
        <p:spPr>
          <a:xfrm>
            <a:off x="3192450"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and image ALT 2">
  <p:cSld name="CUSTOM_3">
    <p:spTree>
      <p:nvGrpSpPr>
        <p:cNvPr id="1" name="Shape 48"/>
        <p:cNvGrpSpPr/>
        <p:nvPr/>
      </p:nvGrpSpPr>
      <p:grpSpPr>
        <a:xfrm>
          <a:off x="0" y="0"/>
          <a:ext cx="0" cy="0"/>
          <a:chOff x="0" y="0"/>
          <a:chExt cx="0" cy="0"/>
        </a:xfrm>
      </p:grpSpPr>
      <p:sp>
        <p:nvSpPr>
          <p:cNvPr id="49" name="Google Shape;49;p5"/>
          <p:cNvSpPr>
            <a:spLocks noGrp="1"/>
          </p:cNvSpPr>
          <p:nvPr>
            <p:ph type="pic" idx="2"/>
          </p:nvPr>
        </p:nvSpPr>
        <p:spPr>
          <a:xfrm>
            <a:off x="246150" y="237650"/>
            <a:ext cx="4196400" cy="4438200"/>
          </a:xfrm>
          <a:prstGeom prst="rect">
            <a:avLst/>
          </a:prstGeom>
          <a:noFill/>
          <a:ln>
            <a:noFill/>
          </a:ln>
        </p:spPr>
      </p:sp>
      <p:sp>
        <p:nvSpPr>
          <p:cNvPr id="50" name="Google Shape;50;p5"/>
          <p:cNvSpPr txBox="1">
            <a:spLocks noGrp="1"/>
          </p:cNvSpPr>
          <p:nvPr>
            <p:ph type="title"/>
          </p:nvPr>
        </p:nvSpPr>
        <p:spPr>
          <a:xfrm>
            <a:off x="4591800" y="304700"/>
            <a:ext cx="3861900" cy="19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51" name="Google Shape;51;p5"/>
          <p:cNvSpPr txBox="1">
            <a:spLocks noGrp="1"/>
          </p:cNvSpPr>
          <p:nvPr>
            <p:ph type="title" idx="3"/>
          </p:nvPr>
        </p:nvSpPr>
        <p:spPr>
          <a:xfrm>
            <a:off x="4591800" y="738425"/>
            <a:ext cx="4290000" cy="2051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52" name="Google Shape;52;p5"/>
          <p:cNvSpPr txBox="1">
            <a:spLocks noGrp="1"/>
          </p:cNvSpPr>
          <p:nvPr>
            <p:ph type="body" idx="1"/>
          </p:nvPr>
        </p:nvSpPr>
        <p:spPr>
          <a:xfrm>
            <a:off x="4618950" y="2205375"/>
            <a:ext cx="4290000" cy="16296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53" name="Google Shape;53;p5"/>
          <p:cNvSpPr txBox="1">
            <a:spLocks noGrp="1"/>
          </p:cNvSpPr>
          <p:nvPr>
            <p:ph type="subTitle" idx="4"/>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4" name="Google Shape;54;p5"/>
          <p:cNvSpPr txBox="1">
            <a:spLocks noGrp="1"/>
          </p:cNvSpPr>
          <p:nvPr>
            <p:ph type="subTitle" idx="5"/>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5" name="Google Shape;55;p5"/>
          <p:cNvSpPr txBox="1">
            <a:spLocks noGrp="1"/>
          </p:cNvSpPr>
          <p:nvPr>
            <p:ph type="subTitle" idx="6"/>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6" name="Google Shape;56;p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w="9525" cap="flat" cmpd="sng">
            <a:solidFill>
              <a:schemeClr val="lt2"/>
            </a:solidFill>
            <a:prstDash val="solid"/>
            <a:round/>
            <a:headEnd type="none" w="med" len="med"/>
            <a:tailEnd type="none" w="med" len="med"/>
          </a:ln>
        </p:spPr>
      </p:cxnSp>
      <p:cxnSp>
        <p:nvCxnSpPr>
          <p:cNvPr id="59" name="Google Shape;59;p5"/>
          <p:cNvCxnSpPr/>
          <p:nvPr/>
        </p:nvCxnSpPr>
        <p:spPr>
          <a:xfrm>
            <a:off x="4444600" y="570000"/>
            <a:ext cx="4470900" cy="0"/>
          </a:xfrm>
          <a:prstGeom prst="straightConnector1">
            <a:avLst/>
          </a:prstGeom>
          <a:noFill/>
          <a:ln w="9525" cap="flat" cmpd="sng">
            <a:solidFill>
              <a:schemeClr val="lt2"/>
            </a:solidFill>
            <a:prstDash val="solid"/>
            <a:round/>
            <a:headEnd type="none" w="med" len="med"/>
            <a:tailEnd type="none" w="med" len="med"/>
          </a:ln>
        </p:spPr>
      </p:cxnSp>
      <p:cxnSp>
        <p:nvCxnSpPr>
          <p:cNvPr id="60" name="Google Shape;60;p5"/>
          <p:cNvCxnSpPr/>
          <p:nvPr/>
        </p:nvCxnSpPr>
        <p:spPr>
          <a:xfrm>
            <a:off x="4442500" y="226100"/>
            <a:ext cx="0" cy="4457700"/>
          </a:xfrm>
          <a:prstGeom prst="straightConnector1">
            <a:avLst/>
          </a:prstGeom>
          <a:noFill/>
          <a:ln w="9525" cap="flat" cmpd="sng">
            <a:solidFill>
              <a:schemeClr val="lt2"/>
            </a:solidFill>
            <a:prstDash val="solid"/>
            <a:round/>
            <a:headEnd type="none" w="med" len="med"/>
            <a:tailEnd type="none" w="med" len="med"/>
          </a:ln>
        </p:spPr>
      </p:cxnSp>
      <p:cxnSp>
        <p:nvCxnSpPr>
          <p:cNvPr id="61" name="Google Shape;61;p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body and image ALT 1">
  <p:cSld name="BLANK_1_1_1_1_3">
    <p:spTree>
      <p:nvGrpSpPr>
        <p:cNvPr id="1" name="Shape 62"/>
        <p:cNvGrpSpPr/>
        <p:nvPr/>
      </p:nvGrpSpPr>
      <p:grpSpPr>
        <a:xfrm>
          <a:off x="0" y="0"/>
          <a:ext cx="0" cy="0"/>
          <a:chOff x="0" y="0"/>
          <a:chExt cx="0" cy="0"/>
        </a:xfrm>
      </p:grpSpPr>
      <p:sp>
        <p:nvSpPr>
          <p:cNvPr id="63" name="Google Shape;63;p6"/>
          <p:cNvSpPr txBox="1">
            <a:spLocks noGrp="1"/>
          </p:cNvSpPr>
          <p:nvPr>
            <p:ph type="title"/>
          </p:nvPr>
        </p:nvSpPr>
        <p:spPr>
          <a:xfrm>
            <a:off x="228600" y="613525"/>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64" name="Google Shape;64;p6"/>
          <p:cNvSpPr>
            <a:spLocks noGrp="1"/>
          </p:cNvSpPr>
          <p:nvPr>
            <p:ph type="pic" idx="2"/>
          </p:nvPr>
        </p:nvSpPr>
        <p:spPr>
          <a:xfrm>
            <a:off x="4523050" y="7379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65" name="Google Shape;65;p6"/>
          <p:cNvSpPr>
            <a:spLocks noGrp="1"/>
          </p:cNvSpPr>
          <p:nvPr>
            <p:ph type="pic" idx="3"/>
          </p:nvPr>
        </p:nvSpPr>
        <p:spPr>
          <a:xfrm>
            <a:off x="6752100" y="7377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66" name="Google Shape;66;p6"/>
          <p:cNvSpPr>
            <a:spLocks noGrp="1"/>
          </p:cNvSpPr>
          <p:nvPr>
            <p:ph type="pic" idx="4"/>
          </p:nvPr>
        </p:nvSpPr>
        <p:spPr>
          <a:xfrm>
            <a:off x="4523050" y="2158000"/>
            <a:ext cx="4394100" cy="2282700"/>
          </a:xfrm>
          <a:prstGeom prst="roundRect">
            <a:avLst>
              <a:gd name="adj" fmla="val 6108"/>
            </a:avLst>
          </a:prstGeom>
          <a:noFill/>
          <a:ln w="9525" cap="flat" cmpd="sng">
            <a:solidFill>
              <a:schemeClr val="accent1"/>
            </a:solidFill>
            <a:prstDash val="solid"/>
            <a:round/>
            <a:headEnd type="none" w="sm" len="sm"/>
            <a:tailEnd type="none" w="sm" len="sm"/>
          </a:ln>
        </p:spPr>
      </p:sp>
      <p:sp>
        <p:nvSpPr>
          <p:cNvPr id="67" name="Google Shape;67;p6"/>
          <p:cNvSpPr txBox="1">
            <a:spLocks noGrp="1"/>
          </p:cNvSpPr>
          <p:nvPr>
            <p:ph type="body" idx="1"/>
          </p:nvPr>
        </p:nvSpPr>
        <p:spPr>
          <a:xfrm>
            <a:off x="233850" y="3127075"/>
            <a:ext cx="2920800" cy="1313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68" name="Google Shape;68;p6"/>
          <p:cNvSpPr txBox="1">
            <a:spLocks noGrp="1"/>
          </p:cNvSpPr>
          <p:nvPr>
            <p:ph type="subTitle" idx="5"/>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9" name="Google Shape;69;p6"/>
          <p:cNvSpPr txBox="1">
            <a:spLocks noGrp="1"/>
          </p:cNvSpPr>
          <p:nvPr>
            <p:ph type="subTitle" idx="6"/>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0" name="Google Shape;70;p6"/>
          <p:cNvSpPr txBox="1">
            <a:spLocks noGrp="1"/>
          </p:cNvSpPr>
          <p:nvPr>
            <p:ph type="subTitle" idx="7"/>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1" name="Google Shape;71;p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73" name="Google Shape;73;p6"/>
          <p:cNvSpPr txBox="1">
            <a:spLocks noGrp="1"/>
          </p:cNvSpPr>
          <p:nvPr>
            <p:ph type="subTitle" idx="8"/>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cxnSp>
        <p:nvCxnSpPr>
          <p:cNvPr id="74" name="Google Shape;74;p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genda ALT 1">
  <p:cSld name="BLANK_1_1_1_1_2">
    <p:spTree>
      <p:nvGrpSpPr>
        <p:cNvPr id="1"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r="15469" b="14588"/>
          <a:stretch/>
        </p:blipFill>
        <p:spPr>
          <a:xfrm>
            <a:off x="25" y="1172500"/>
            <a:ext cx="5181349" cy="3493250"/>
          </a:xfrm>
          <a:prstGeom prst="rect">
            <a:avLst/>
          </a:prstGeom>
          <a:noFill/>
          <a:ln>
            <a:noFill/>
          </a:ln>
        </p:spPr>
      </p:pic>
      <p:sp>
        <p:nvSpPr>
          <p:cNvPr id="77" name="Google Shape;77;p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8" name="Google Shape;78;p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9" name="Google Shape;79;p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0" name="Google Shape;80;p7"/>
          <p:cNvSpPr txBox="1">
            <a:spLocks noGrp="1"/>
          </p:cNvSpPr>
          <p:nvPr>
            <p:ph type="title"/>
          </p:nvPr>
        </p:nvSpPr>
        <p:spPr>
          <a:xfrm>
            <a:off x="277500" y="22860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cxnSp>
        <p:nvCxnSpPr>
          <p:cNvPr id="81" name="Google Shape;81;p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82" name="Google Shape;82;p7"/>
          <p:cNvSpPr txBox="1">
            <a:spLocks noGrp="1"/>
          </p:cNvSpPr>
          <p:nvPr>
            <p:ph type="subTitle" idx="4"/>
          </p:nvPr>
        </p:nvSpPr>
        <p:spPr>
          <a:xfrm>
            <a:off x="4744575" y="38715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3" name="Google Shape;83;p7"/>
          <p:cNvSpPr txBox="1">
            <a:spLocks noGrp="1"/>
          </p:cNvSpPr>
          <p:nvPr>
            <p:ph type="subTitle" idx="5"/>
          </p:nvPr>
        </p:nvSpPr>
        <p:spPr>
          <a:xfrm>
            <a:off x="4744575" y="1066588"/>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4" name="Google Shape;84;p7"/>
          <p:cNvSpPr txBox="1">
            <a:spLocks noGrp="1"/>
          </p:cNvSpPr>
          <p:nvPr>
            <p:ph type="subTitle" idx="6"/>
          </p:nvPr>
        </p:nvSpPr>
        <p:spPr>
          <a:xfrm>
            <a:off x="4744575" y="174270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5" name="Google Shape;85;p7"/>
          <p:cNvSpPr txBox="1">
            <a:spLocks noGrp="1"/>
          </p:cNvSpPr>
          <p:nvPr>
            <p:ph type="subTitle" idx="7"/>
          </p:nvPr>
        </p:nvSpPr>
        <p:spPr>
          <a:xfrm>
            <a:off x="4744575" y="2420513"/>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6" name="Google Shape;86;p7"/>
          <p:cNvSpPr txBox="1">
            <a:spLocks noGrp="1"/>
          </p:cNvSpPr>
          <p:nvPr>
            <p:ph type="subTitle" idx="8"/>
          </p:nvPr>
        </p:nvSpPr>
        <p:spPr>
          <a:xfrm>
            <a:off x="4744575" y="30982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7" name="Google Shape;87;p7"/>
          <p:cNvSpPr txBox="1">
            <a:spLocks noGrp="1"/>
          </p:cNvSpPr>
          <p:nvPr>
            <p:ph type="subTitle" idx="9"/>
          </p:nvPr>
        </p:nvSpPr>
        <p:spPr>
          <a:xfrm>
            <a:off x="4744575" y="37760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88" name="Google Shape;88;p7"/>
          <p:cNvSpPr txBox="1">
            <a:spLocks noGrp="1"/>
          </p:cNvSpPr>
          <p:nvPr>
            <p:ph type="subTitle" idx="13"/>
          </p:nvPr>
        </p:nvSpPr>
        <p:spPr>
          <a:xfrm>
            <a:off x="5067075" y="3871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89" name="Google Shape;89;p7"/>
          <p:cNvSpPr txBox="1">
            <a:spLocks noGrp="1"/>
          </p:cNvSpPr>
          <p:nvPr>
            <p:ph type="subTitle" idx="14"/>
          </p:nvPr>
        </p:nvSpPr>
        <p:spPr>
          <a:xfrm>
            <a:off x="5067075" y="10615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0" name="Google Shape;90;p7"/>
          <p:cNvSpPr txBox="1">
            <a:spLocks noGrp="1"/>
          </p:cNvSpPr>
          <p:nvPr>
            <p:ph type="subTitle" idx="15"/>
          </p:nvPr>
        </p:nvSpPr>
        <p:spPr>
          <a:xfrm>
            <a:off x="5067075" y="17393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1" name="Google Shape;91;p7"/>
          <p:cNvSpPr txBox="1">
            <a:spLocks noGrp="1"/>
          </p:cNvSpPr>
          <p:nvPr>
            <p:ph type="subTitle" idx="16"/>
          </p:nvPr>
        </p:nvSpPr>
        <p:spPr>
          <a:xfrm>
            <a:off x="5067075" y="242410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2" name="Google Shape;92;p7"/>
          <p:cNvSpPr txBox="1">
            <a:spLocks noGrp="1"/>
          </p:cNvSpPr>
          <p:nvPr>
            <p:ph type="subTitle" idx="17"/>
          </p:nvPr>
        </p:nvSpPr>
        <p:spPr>
          <a:xfrm>
            <a:off x="5067075" y="309493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3" name="Google Shape;93;p7"/>
          <p:cNvSpPr txBox="1">
            <a:spLocks noGrp="1"/>
          </p:cNvSpPr>
          <p:nvPr>
            <p:ph type="subTitle" idx="18"/>
          </p:nvPr>
        </p:nvSpPr>
        <p:spPr>
          <a:xfrm>
            <a:off x="5067075" y="37657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4" name="Google Shape;94;p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images">
  <p:cSld name="BLANK_1_1_1_1_2_1">
    <p:spTree>
      <p:nvGrpSpPr>
        <p:cNvPr id="1" name="Shape 96"/>
        <p:cNvGrpSpPr/>
        <p:nvPr/>
      </p:nvGrpSpPr>
      <p:grpSpPr>
        <a:xfrm>
          <a:off x="0" y="0"/>
          <a:ext cx="0" cy="0"/>
          <a:chOff x="0" y="0"/>
          <a:chExt cx="0" cy="0"/>
        </a:xfrm>
      </p:grpSpPr>
      <p:sp>
        <p:nvSpPr>
          <p:cNvPr id="97" name="Google Shape;97;p8"/>
          <p:cNvSpPr>
            <a:spLocks noGrp="1"/>
          </p:cNvSpPr>
          <p:nvPr>
            <p:ph type="pic" idx="2"/>
          </p:nvPr>
        </p:nvSpPr>
        <p:spPr>
          <a:xfrm>
            <a:off x="4618950" y="228600"/>
            <a:ext cx="1370400" cy="1357500"/>
          </a:xfrm>
          <a:prstGeom prst="roundRect">
            <a:avLst>
              <a:gd name="adj" fmla="val 16935"/>
            </a:avLst>
          </a:prstGeom>
          <a:noFill/>
          <a:ln>
            <a:noFill/>
          </a:ln>
        </p:spPr>
      </p:sp>
      <p:sp>
        <p:nvSpPr>
          <p:cNvPr id="98" name="Google Shape;98;p8"/>
          <p:cNvSpPr txBox="1">
            <a:spLocks noGrp="1"/>
          </p:cNvSpPr>
          <p:nvPr>
            <p:ph type="subTitle" idx="1"/>
          </p:nvPr>
        </p:nvSpPr>
        <p:spPr>
          <a:xfrm>
            <a:off x="4619000" y="1702322"/>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99" name="Google Shape;99;p8"/>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0" name="Google Shape;100;p8"/>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1" name="Google Shape;101;p8"/>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2" name="Google Shape;102;p8"/>
          <p:cNvSpPr txBox="1">
            <a:spLocks noGrp="1"/>
          </p:cNvSpPr>
          <p:nvPr>
            <p:ph type="title"/>
          </p:nvPr>
        </p:nvSpPr>
        <p:spPr>
          <a:xfrm>
            <a:off x="228600" y="23475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03" name="Google Shape;103;p8"/>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04" name="Google Shape;104;p8"/>
          <p:cNvSpPr>
            <a:spLocks noGrp="1"/>
          </p:cNvSpPr>
          <p:nvPr>
            <p:ph type="pic" idx="7"/>
          </p:nvPr>
        </p:nvSpPr>
        <p:spPr>
          <a:xfrm>
            <a:off x="6080700" y="228600"/>
            <a:ext cx="1370400" cy="1357500"/>
          </a:xfrm>
          <a:prstGeom prst="roundRect">
            <a:avLst>
              <a:gd name="adj" fmla="val 16935"/>
            </a:avLst>
          </a:prstGeom>
          <a:noFill/>
          <a:ln>
            <a:noFill/>
          </a:ln>
        </p:spPr>
      </p:sp>
      <p:sp>
        <p:nvSpPr>
          <p:cNvPr id="105" name="Google Shape;105;p8"/>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06" name="Google Shape;106;p8"/>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07" name="Google Shape;107;p8"/>
          <p:cNvSpPr>
            <a:spLocks noGrp="1"/>
          </p:cNvSpPr>
          <p:nvPr>
            <p:ph type="pic" idx="13"/>
          </p:nvPr>
        </p:nvSpPr>
        <p:spPr>
          <a:xfrm>
            <a:off x="7542450" y="228600"/>
            <a:ext cx="1370400" cy="1357500"/>
          </a:xfrm>
          <a:prstGeom prst="roundRect">
            <a:avLst>
              <a:gd name="adj" fmla="val 16935"/>
            </a:avLst>
          </a:prstGeom>
          <a:noFill/>
          <a:ln>
            <a:noFill/>
          </a:ln>
        </p:spPr>
      </p:sp>
      <p:sp>
        <p:nvSpPr>
          <p:cNvPr id="108" name="Google Shape;108;p8"/>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09" name="Google Shape;109;p8"/>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10" name="Google Shape;110;p8"/>
          <p:cNvSpPr>
            <a:spLocks noGrp="1"/>
          </p:cNvSpPr>
          <p:nvPr>
            <p:ph type="pic" idx="16"/>
          </p:nvPr>
        </p:nvSpPr>
        <p:spPr>
          <a:xfrm>
            <a:off x="4618950" y="2295725"/>
            <a:ext cx="1370400" cy="1357500"/>
          </a:xfrm>
          <a:prstGeom prst="roundRect">
            <a:avLst>
              <a:gd name="adj" fmla="val 16935"/>
            </a:avLst>
          </a:prstGeom>
          <a:noFill/>
          <a:ln>
            <a:noFill/>
          </a:ln>
        </p:spPr>
      </p:sp>
      <p:sp>
        <p:nvSpPr>
          <p:cNvPr id="111" name="Google Shape;111;p8"/>
          <p:cNvSpPr txBox="1">
            <a:spLocks noGrp="1"/>
          </p:cNvSpPr>
          <p:nvPr>
            <p:ph type="subTitle" idx="17"/>
          </p:nvPr>
        </p:nvSpPr>
        <p:spPr>
          <a:xfrm>
            <a:off x="46190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12" name="Google Shape;112;p8"/>
          <p:cNvSpPr txBox="1">
            <a:spLocks noGrp="1"/>
          </p:cNvSpPr>
          <p:nvPr>
            <p:ph type="subTitle" idx="18"/>
          </p:nvPr>
        </p:nvSpPr>
        <p:spPr>
          <a:xfrm>
            <a:off x="46190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13" name="Google Shape;113;p8"/>
          <p:cNvSpPr>
            <a:spLocks noGrp="1"/>
          </p:cNvSpPr>
          <p:nvPr>
            <p:ph type="pic" idx="19"/>
          </p:nvPr>
        </p:nvSpPr>
        <p:spPr>
          <a:xfrm>
            <a:off x="6080700" y="2295725"/>
            <a:ext cx="1370400" cy="1357500"/>
          </a:xfrm>
          <a:prstGeom prst="roundRect">
            <a:avLst>
              <a:gd name="adj" fmla="val 16935"/>
            </a:avLst>
          </a:prstGeom>
          <a:noFill/>
          <a:ln>
            <a:noFill/>
          </a:ln>
        </p:spPr>
      </p:sp>
      <p:sp>
        <p:nvSpPr>
          <p:cNvPr id="114" name="Google Shape;114;p8"/>
          <p:cNvSpPr txBox="1">
            <a:spLocks noGrp="1"/>
          </p:cNvSpPr>
          <p:nvPr>
            <p:ph type="subTitle" idx="20"/>
          </p:nvPr>
        </p:nvSpPr>
        <p:spPr>
          <a:xfrm>
            <a:off x="6080750" y="3769447"/>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15" name="Google Shape;115;p8"/>
          <p:cNvSpPr txBox="1">
            <a:spLocks noGrp="1"/>
          </p:cNvSpPr>
          <p:nvPr>
            <p:ph type="subTitle" idx="21"/>
          </p:nvPr>
        </p:nvSpPr>
        <p:spPr>
          <a:xfrm>
            <a:off x="608075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16" name="Google Shape;116;p8"/>
          <p:cNvSpPr>
            <a:spLocks noGrp="1"/>
          </p:cNvSpPr>
          <p:nvPr>
            <p:ph type="pic" idx="22"/>
          </p:nvPr>
        </p:nvSpPr>
        <p:spPr>
          <a:xfrm>
            <a:off x="7542450" y="2295725"/>
            <a:ext cx="1370400" cy="1357500"/>
          </a:xfrm>
          <a:prstGeom prst="roundRect">
            <a:avLst>
              <a:gd name="adj" fmla="val 16935"/>
            </a:avLst>
          </a:prstGeom>
          <a:noFill/>
          <a:ln>
            <a:noFill/>
          </a:ln>
        </p:spPr>
      </p:sp>
      <p:sp>
        <p:nvSpPr>
          <p:cNvPr id="117" name="Google Shape;117;p8"/>
          <p:cNvSpPr txBox="1">
            <a:spLocks noGrp="1"/>
          </p:cNvSpPr>
          <p:nvPr>
            <p:ph type="subTitle" idx="23"/>
          </p:nvPr>
        </p:nvSpPr>
        <p:spPr>
          <a:xfrm>
            <a:off x="75425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18" name="Google Shape;118;p8"/>
          <p:cNvSpPr txBox="1">
            <a:spLocks noGrp="1"/>
          </p:cNvSpPr>
          <p:nvPr>
            <p:ph type="subTitle" idx="24"/>
          </p:nvPr>
        </p:nvSpPr>
        <p:spPr>
          <a:xfrm>
            <a:off x="75425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cxnSp>
        <p:nvCxnSpPr>
          <p:cNvPr id="119" name="Google Shape;119;p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20" name="Google Shape;120;p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ALT 2">
  <p:cSld name="BLANK_1_1_1_1_1_1">
    <p:spTree>
      <p:nvGrpSpPr>
        <p:cNvPr id="1" name="Shape 122"/>
        <p:cNvGrpSpPr/>
        <p:nvPr/>
      </p:nvGrpSpPr>
      <p:grpSpPr>
        <a:xfrm>
          <a:off x="0" y="0"/>
          <a:ext cx="0" cy="0"/>
          <a:chOff x="0" y="0"/>
          <a:chExt cx="0" cy="0"/>
        </a:xfrm>
      </p:grpSpPr>
      <p:sp>
        <p:nvSpPr>
          <p:cNvPr id="123" name="Google Shape;123;p9"/>
          <p:cNvSpPr>
            <a:spLocks noGrp="1"/>
          </p:cNvSpPr>
          <p:nvPr>
            <p:ph type="pic" idx="2"/>
          </p:nvPr>
        </p:nvSpPr>
        <p:spPr>
          <a:xfrm>
            <a:off x="9425" y="-3075"/>
            <a:ext cx="9144000" cy="4641000"/>
          </a:xfrm>
          <a:prstGeom prst="rect">
            <a:avLst/>
          </a:prstGeom>
          <a:noFill/>
          <a:ln>
            <a:noFill/>
          </a:ln>
        </p:spPr>
      </p:sp>
      <p:sp>
        <p:nvSpPr>
          <p:cNvPr id="124" name="Google Shape;124;p9"/>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125" name="Google Shape;125;p9"/>
          <p:cNvSpPr txBox="1">
            <a:spLocks noGrp="1"/>
          </p:cNvSpPr>
          <p:nvPr>
            <p:ph type="subTitle" idx="1"/>
          </p:nvPr>
        </p:nvSpPr>
        <p:spPr>
          <a:xfrm>
            <a:off x="228600" y="228600"/>
            <a:ext cx="28701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126" name="Google Shape;126;p9"/>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7" name="Google Shape;127;p9"/>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8" name="Google Shape;128;p9"/>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29" name="Google Shape;129;p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30" name="Google Shape;130;p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rds w/ images">
  <p:cSld name="BLANK_1_1_1_1_1_1_1_1_1_1_3">
    <p:spTree>
      <p:nvGrpSpPr>
        <p:cNvPr id="1" name="Shape 132"/>
        <p:cNvGrpSpPr/>
        <p:nvPr/>
      </p:nvGrpSpPr>
      <p:grpSpPr>
        <a:xfrm>
          <a:off x="0" y="0"/>
          <a:ext cx="0" cy="0"/>
          <a:chOff x="0" y="0"/>
          <a:chExt cx="0" cy="0"/>
        </a:xfrm>
      </p:grpSpPr>
      <p:sp>
        <p:nvSpPr>
          <p:cNvPr id="133" name="Google Shape;133;p10"/>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34" name="Google Shape;134;p10"/>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35" name="Google Shape;135;p10"/>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10"/>
              <p:cNvCxnSpPr/>
              <p:nvPr/>
            </p:nvCxnSpPr>
            <p:spPr>
              <a:xfrm flipH="1">
                <a:off x="601325" y="2069800"/>
                <a:ext cx="102600" cy="102600"/>
              </a:xfrm>
              <a:prstGeom prst="straightConnector1">
                <a:avLst/>
              </a:prstGeom>
              <a:noFill/>
              <a:ln w="9525" cap="flat" cmpd="sng">
                <a:solidFill>
                  <a:schemeClr val="dk1"/>
                </a:solidFill>
                <a:prstDash val="solid"/>
                <a:round/>
                <a:headEnd type="none" w="med" len="med"/>
                <a:tailEnd type="none" w="med" len="med"/>
              </a:ln>
            </p:spPr>
          </p:cxnSp>
        </p:grpSp>
      </p:grpSp>
      <p:sp>
        <p:nvSpPr>
          <p:cNvPr id="141" name="Google Shape;141;p10"/>
          <p:cNvSpPr>
            <a:spLocks noGrp="1"/>
          </p:cNvSpPr>
          <p:nvPr>
            <p:ph type="pic" idx="4"/>
          </p:nvPr>
        </p:nvSpPr>
        <p:spPr>
          <a:xfrm>
            <a:off x="426700" y="1896600"/>
            <a:ext cx="665400" cy="685500"/>
          </a:xfrm>
          <a:prstGeom prst="roundRect">
            <a:avLst>
              <a:gd name="adj" fmla="val 17601"/>
            </a:avLst>
          </a:prstGeom>
          <a:noFill/>
          <a:ln>
            <a:noFill/>
          </a:ln>
        </p:spPr>
      </p:sp>
      <p:sp>
        <p:nvSpPr>
          <p:cNvPr id="142" name="Google Shape;142;p10"/>
          <p:cNvSpPr txBox="1">
            <a:spLocks noGrp="1"/>
          </p:cNvSpPr>
          <p:nvPr>
            <p:ph type="subTitle" idx="5"/>
          </p:nvPr>
        </p:nvSpPr>
        <p:spPr>
          <a:xfrm>
            <a:off x="426700" y="2708802"/>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43" name="Google Shape;143;p10"/>
          <p:cNvSpPr txBox="1">
            <a:spLocks noGrp="1"/>
          </p:cNvSpPr>
          <p:nvPr>
            <p:ph type="subTitle" idx="6"/>
          </p:nvPr>
        </p:nvSpPr>
        <p:spPr>
          <a:xfrm>
            <a:off x="4267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44" name="Google Shape;144;p10"/>
          <p:cNvSpPr txBox="1">
            <a:spLocks noGrp="1"/>
          </p:cNvSpPr>
          <p:nvPr>
            <p:ph type="body" idx="7"/>
          </p:nvPr>
        </p:nvSpPr>
        <p:spPr>
          <a:xfrm>
            <a:off x="4267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45" name="Google Shape;145;p10"/>
          <p:cNvSpPr>
            <a:spLocks noGrp="1"/>
          </p:cNvSpPr>
          <p:nvPr>
            <p:ph type="pic" idx="8"/>
          </p:nvPr>
        </p:nvSpPr>
        <p:spPr>
          <a:xfrm>
            <a:off x="2621800" y="1896600"/>
            <a:ext cx="665400" cy="685500"/>
          </a:xfrm>
          <a:prstGeom prst="roundRect">
            <a:avLst>
              <a:gd name="adj" fmla="val 17601"/>
            </a:avLst>
          </a:prstGeom>
          <a:noFill/>
          <a:ln>
            <a:noFill/>
          </a:ln>
        </p:spPr>
      </p:sp>
      <p:sp>
        <p:nvSpPr>
          <p:cNvPr id="146" name="Google Shape;146;p10"/>
          <p:cNvSpPr txBox="1">
            <a:spLocks noGrp="1"/>
          </p:cNvSpPr>
          <p:nvPr>
            <p:ph type="subTitle" idx="9"/>
          </p:nvPr>
        </p:nvSpPr>
        <p:spPr>
          <a:xfrm>
            <a:off x="26218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47" name="Google Shape;147;p10"/>
          <p:cNvSpPr txBox="1">
            <a:spLocks noGrp="1"/>
          </p:cNvSpPr>
          <p:nvPr>
            <p:ph type="subTitle" idx="13"/>
          </p:nvPr>
        </p:nvSpPr>
        <p:spPr>
          <a:xfrm>
            <a:off x="2621800" y="2936075"/>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48" name="Google Shape;148;p10"/>
          <p:cNvSpPr txBox="1">
            <a:spLocks noGrp="1"/>
          </p:cNvSpPr>
          <p:nvPr>
            <p:ph type="body" idx="14"/>
          </p:nvPr>
        </p:nvSpPr>
        <p:spPr>
          <a:xfrm>
            <a:off x="2621800" y="3251425"/>
            <a:ext cx="17058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49" name="Google Shape;149;p10"/>
          <p:cNvSpPr>
            <a:spLocks noGrp="1"/>
          </p:cNvSpPr>
          <p:nvPr>
            <p:ph type="pic" idx="15"/>
          </p:nvPr>
        </p:nvSpPr>
        <p:spPr>
          <a:xfrm>
            <a:off x="4816900" y="1896600"/>
            <a:ext cx="665400" cy="685500"/>
          </a:xfrm>
          <a:prstGeom prst="roundRect">
            <a:avLst>
              <a:gd name="adj" fmla="val 17601"/>
            </a:avLst>
          </a:prstGeom>
          <a:noFill/>
          <a:ln>
            <a:noFill/>
          </a:ln>
        </p:spPr>
      </p:sp>
      <p:sp>
        <p:nvSpPr>
          <p:cNvPr id="150" name="Google Shape;150;p10"/>
          <p:cNvSpPr txBox="1">
            <a:spLocks noGrp="1"/>
          </p:cNvSpPr>
          <p:nvPr>
            <p:ph type="subTitle" idx="16"/>
          </p:nvPr>
        </p:nvSpPr>
        <p:spPr>
          <a:xfrm>
            <a:off x="4816900" y="2708808"/>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51" name="Google Shape;151;p10"/>
          <p:cNvSpPr txBox="1">
            <a:spLocks noGrp="1"/>
          </p:cNvSpPr>
          <p:nvPr>
            <p:ph type="subTitle" idx="17"/>
          </p:nvPr>
        </p:nvSpPr>
        <p:spPr>
          <a:xfrm>
            <a:off x="48169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52" name="Google Shape;152;p10"/>
          <p:cNvSpPr txBox="1">
            <a:spLocks noGrp="1"/>
          </p:cNvSpPr>
          <p:nvPr>
            <p:ph type="body" idx="18"/>
          </p:nvPr>
        </p:nvSpPr>
        <p:spPr>
          <a:xfrm>
            <a:off x="4817025"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53" name="Google Shape;153;p10"/>
          <p:cNvSpPr>
            <a:spLocks noGrp="1"/>
          </p:cNvSpPr>
          <p:nvPr>
            <p:ph type="pic" idx="19"/>
          </p:nvPr>
        </p:nvSpPr>
        <p:spPr>
          <a:xfrm>
            <a:off x="7012000" y="1896600"/>
            <a:ext cx="665400" cy="685500"/>
          </a:xfrm>
          <a:prstGeom prst="roundRect">
            <a:avLst>
              <a:gd name="adj" fmla="val 17601"/>
            </a:avLst>
          </a:prstGeom>
          <a:noFill/>
          <a:ln>
            <a:noFill/>
          </a:ln>
        </p:spPr>
      </p:sp>
      <p:sp>
        <p:nvSpPr>
          <p:cNvPr id="154" name="Google Shape;154;p10"/>
          <p:cNvSpPr txBox="1">
            <a:spLocks noGrp="1"/>
          </p:cNvSpPr>
          <p:nvPr>
            <p:ph type="subTitle" idx="20"/>
          </p:nvPr>
        </p:nvSpPr>
        <p:spPr>
          <a:xfrm>
            <a:off x="70120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55" name="Google Shape;155;p10"/>
          <p:cNvSpPr txBox="1">
            <a:spLocks noGrp="1"/>
          </p:cNvSpPr>
          <p:nvPr>
            <p:ph type="subTitle" idx="21"/>
          </p:nvPr>
        </p:nvSpPr>
        <p:spPr>
          <a:xfrm>
            <a:off x="70120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56" name="Google Shape;156;p10"/>
          <p:cNvSpPr txBox="1">
            <a:spLocks noGrp="1"/>
          </p:cNvSpPr>
          <p:nvPr>
            <p:ph type="body" idx="22"/>
          </p:nvPr>
        </p:nvSpPr>
        <p:spPr>
          <a:xfrm>
            <a:off x="70120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cxnSp>
        <p:nvCxnSpPr>
          <p:cNvPr id="157" name="Google Shape;157;p1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58" name="Google Shape;158;p1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hort big title and body">
  <p:cSld name="BLANK_1_1_1_1_1_1_1_1_1_1_2">
    <p:spTree>
      <p:nvGrpSpPr>
        <p:cNvPr id="1" name="Shape 160"/>
        <p:cNvGrpSpPr/>
        <p:nvPr/>
      </p:nvGrpSpPr>
      <p:grpSpPr>
        <a:xfrm>
          <a:off x="0" y="0"/>
          <a:ext cx="0" cy="0"/>
          <a:chOff x="0" y="0"/>
          <a:chExt cx="0" cy="0"/>
        </a:xfrm>
      </p:grpSpPr>
      <p:pic>
        <p:nvPicPr>
          <p:cNvPr id="161" name="Google Shape;161;p11" descr="Oval black shapes against a shadowy background. "/>
          <p:cNvPicPr preferRelativeResize="0"/>
          <p:nvPr/>
        </p:nvPicPr>
        <p:blipFill rotWithShape="1">
          <a:blip r:embed="rId2">
            <a:alphaModFix/>
          </a:blip>
          <a:srcRect l="17241" t="35" r="25039" b="42245"/>
          <a:stretch/>
        </p:blipFill>
        <p:spPr>
          <a:xfrm>
            <a:off x="0" y="-289"/>
            <a:ext cx="9144000" cy="5144100"/>
          </a:xfrm>
          <a:prstGeom prst="roundRect">
            <a:avLst>
              <a:gd name="adj" fmla="val 0"/>
            </a:avLst>
          </a:prstGeom>
          <a:noFill/>
          <a:ln w="9525" cap="flat" cmpd="sng">
            <a:solidFill>
              <a:schemeClr val="accent1"/>
            </a:solidFill>
            <a:prstDash val="solid"/>
            <a:round/>
            <a:headEnd type="none" w="sm" len="sm"/>
            <a:tailEnd type="none" w="sm" len="sm"/>
          </a:ln>
        </p:spPr>
      </p:pic>
      <p:sp>
        <p:nvSpPr>
          <p:cNvPr id="162" name="Google Shape;162;p11"/>
          <p:cNvSpPr txBox="1">
            <a:spLocks noGrp="1"/>
          </p:cNvSpPr>
          <p:nvPr>
            <p:ph type="subTitle" idx="1"/>
          </p:nvPr>
        </p:nvSpPr>
        <p:spPr>
          <a:xfrm>
            <a:off x="4314775" y="3818375"/>
            <a:ext cx="4230600" cy="4527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63" name="Google Shape;163;p11"/>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64" name="Google Shape;164;p11"/>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65" name="Google Shape;165;p11"/>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66" name="Google Shape;166;p11"/>
          <p:cNvSpPr txBox="1">
            <a:spLocks noGrp="1"/>
          </p:cNvSpPr>
          <p:nvPr>
            <p:ph type="title"/>
          </p:nvPr>
        </p:nvSpPr>
        <p:spPr>
          <a:xfrm>
            <a:off x="228600" y="290448"/>
            <a:ext cx="3655800" cy="24075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167" name="Google Shape;167;p1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168" name="Google Shape;168;p11"/>
          <p:cNvCxnSpPr/>
          <p:nvPr/>
        </p:nvCxnSpPr>
        <p:spPr>
          <a:xfrm>
            <a:off x="4159025" y="226100"/>
            <a:ext cx="0" cy="4457700"/>
          </a:xfrm>
          <a:prstGeom prst="straightConnector1">
            <a:avLst/>
          </a:prstGeom>
          <a:noFill/>
          <a:ln w="9525" cap="flat" cmpd="sng">
            <a:solidFill>
              <a:schemeClr val="accent1"/>
            </a:solidFill>
            <a:prstDash val="solid"/>
            <a:round/>
            <a:headEnd type="none" w="med" len="med"/>
            <a:tailEnd type="none" w="med" len="med"/>
          </a:ln>
        </p:spPr>
      </p:cxnSp>
      <p:cxnSp>
        <p:nvCxnSpPr>
          <p:cNvPr id="169" name="Google Shape;169;p11"/>
          <p:cNvCxnSpPr/>
          <p:nvPr/>
        </p:nvCxnSpPr>
        <p:spPr>
          <a:xfrm>
            <a:off x="228600" y="226100"/>
            <a:ext cx="8687100" cy="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p1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ALT 2">
  <p:cSld name="BLANK_1_1_1_1_1_1_1_1_1_1_1_1_2">
    <p:spTree>
      <p:nvGrpSpPr>
        <p:cNvPr id="1" name="Shape 172"/>
        <p:cNvGrpSpPr/>
        <p:nvPr/>
      </p:nvGrpSpPr>
      <p:grpSpPr>
        <a:xfrm>
          <a:off x="0" y="0"/>
          <a:ext cx="0" cy="0"/>
          <a:chOff x="0" y="0"/>
          <a:chExt cx="0" cy="0"/>
        </a:xfrm>
      </p:grpSpPr>
      <p:sp>
        <p:nvSpPr>
          <p:cNvPr id="173" name="Google Shape;173;p12"/>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sz="1400"/>
            </a:lvl2pPr>
            <a:lvl3pPr marL="1371600" lvl="2" indent="-317500">
              <a:spcBef>
                <a:spcPts val="800"/>
              </a:spcBef>
              <a:spcAft>
                <a:spcPts val="0"/>
              </a:spcAft>
              <a:buSzPts val="1400"/>
              <a:buChar char="■"/>
              <a:defRPr sz="1400"/>
            </a:lvl3pPr>
            <a:lvl4pPr marL="1828800" lvl="3" indent="-317500">
              <a:spcBef>
                <a:spcPts val="800"/>
              </a:spcBef>
              <a:spcAft>
                <a:spcPts val="0"/>
              </a:spcAft>
              <a:buSzPts val="1400"/>
              <a:buChar char="●"/>
              <a:defRPr sz="1400"/>
            </a:lvl4pPr>
            <a:lvl5pPr marL="2286000" lvl="4" indent="-317500">
              <a:spcBef>
                <a:spcPts val="800"/>
              </a:spcBef>
              <a:spcAft>
                <a:spcPts val="0"/>
              </a:spcAft>
              <a:buSzPts val="1400"/>
              <a:buChar char="○"/>
              <a:defRPr sz="1400"/>
            </a:lvl5pPr>
            <a:lvl6pPr marL="2743200" lvl="5" indent="-317500">
              <a:spcBef>
                <a:spcPts val="800"/>
              </a:spcBef>
              <a:spcAft>
                <a:spcPts val="0"/>
              </a:spcAft>
              <a:buSzPts val="1400"/>
              <a:buChar char="■"/>
              <a:defRPr sz="1400"/>
            </a:lvl6pPr>
            <a:lvl7pPr marL="3200400" lvl="6" indent="-317500">
              <a:spcBef>
                <a:spcPts val="800"/>
              </a:spcBef>
              <a:spcAft>
                <a:spcPts val="0"/>
              </a:spcAft>
              <a:buSzPts val="1400"/>
              <a:buChar char="●"/>
              <a:defRPr sz="1400"/>
            </a:lvl7pPr>
            <a:lvl8pPr marL="3657600" lvl="7" indent="-317500">
              <a:spcBef>
                <a:spcPts val="800"/>
              </a:spcBef>
              <a:spcAft>
                <a:spcPts val="0"/>
              </a:spcAft>
              <a:buSzPts val="1400"/>
              <a:buChar char="○"/>
              <a:defRPr sz="1400"/>
            </a:lvl8pPr>
            <a:lvl9pPr marL="4114800" lvl="8" indent="-317500">
              <a:spcBef>
                <a:spcPts val="800"/>
              </a:spcBef>
              <a:spcAft>
                <a:spcPts val="800"/>
              </a:spcAft>
              <a:buSzPts val="1400"/>
              <a:buChar char="■"/>
              <a:defRPr sz="1400"/>
            </a:lvl9pPr>
          </a:lstStyle>
          <a:p>
            <a:endParaRPr/>
          </a:p>
        </p:txBody>
      </p:sp>
      <p:sp>
        <p:nvSpPr>
          <p:cNvPr id="174" name="Google Shape;174;p12"/>
          <p:cNvSpPr>
            <a:spLocks noGrp="1"/>
          </p:cNvSpPr>
          <p:nvPr>
            <p:ph type="pic" idx="2"/>
          </p:nvPr>
        </p:nvSpPr>
        <p:spPr>
          <a:xfrm>
            <a:off x="5342000" y="457200"/>
            <a:ext cx="3573300" cy="3995400"/>
          </a:xfrm>
          <a:prstGeom prst="roundRect">
            <a:avLst>
              <a:gd name="adj" fmla="val 6865"/>
            </a:avLst>
          </a:prstGeom>
          <a:noFill/>
          <a:ln>
            <a:noFill/>
          </a:ln>
        </p:spPr>
      </p:sp>
      <p:sp>
        <p:nvSpPr>
          <p:cNvPr id="175" name="Google Shape;175;p12"/>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6" name="Google Shape;176;p12"/>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7" name="Google Shape;177;p12"/>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8" name="Google Shape;178;p12"/>
          <p:cNvSpPr txBox="1">
            <a:spLocks noGrp="1"/>
          </p:cNvSpPr>
          <p:nvPr>
            <p:ph type="subTitle" idx="6"/>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sp>
        <p:nvSpPr>
          <p:cNvPr id="179" name="Google Shape;179;p12"/>
          <p:cNvSpPr txBox="1">
            <a:spLocks noGrp="1"/>
          </p:cNvSpPr>
          <p:nvPr>
            <p:ph type="title"/>
          </p:nvPr>
        </p:nvSpPr>
        <p:spPr>
          <a:xfrm>
            <a:off x="228600" y="613525"/>
            <a:ext cx="42966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cxnSp>
        <p:nvCxnSpPr>
          <p:cNvPr id="180" name="Google Shape;180;p1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81" name="Google Shape;181;p1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big cards">
  <p:cSld name="CUSTOM_1">
    <p:spTree>
      <p:nvGrpSpPr>
        <p:cNvPr id="1" name="Shape 183"/>
        <p:cNvGrpSpPr/>
        <p:nvPr/>
      </p:nvGrpSpPr>
      <p:grpSpPr>
        <a:xfrm>
          <a:off x="0" y="0"/>
          <a:ext cx="0" cy="0"/>
          <a:chOff x="0" y="0"/>
          <a:chExt cx="0" cy="0"/>
        </a:xfrm>
      </p:grpSpPr>
      <p:sp>
        <p:nvSpPr>
          <p:cNvPr id="184" name="Google Shape;184;p13"/>
          <p:cNvSpPr txBox="1">
            <a:spLocks noGrp="1"/>
          </p:cNvSpPr>
          <p:nvPr>
            <p:ph type="title"/>
          </p:nvPr>
        </p:nvSpPr>
        <p:spPr>
          <a:xfrm>
            <a:off x="3386700" y="489887"/>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a:endParaRPr/>
          </a:p>
        </p:txBody>
      </p:sp>
      <p:sp>
        <p:nvSpPr>
          <p:cNvPr id="185" name="Google Shape;185;p13"/>
          <p:cNvSpPr txBox="1">
            <a:spLocks noGrp="1"/>
          </p:cNvSpPr>
          <p:nvPr>
            <p:ph type="subTitle" idx="1"/>
          </p:nvPr>
        </p:nvSpPr>
        <p:spPr>
          <a:xfrm>
            <a:off x="338670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186" name="Google Shape;186;p13"/>
          <p:cNvSpPr txBox="1">
            <a:spLocks noGrp="1"/>
          </p:cNvSpPr>
          <p:nvPr>
            <p:ph type="subTitle" idx="2"/>
          </p:nvPr>
        </p:nvSpPr>
        <p:spPr>
          <a:xfrm>
            <a:off x="338670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187" name="Google Shape;187;p13"/>
          <p:cNvSpPr txBox="1">
            <a:spLocks noGrp="1"/>
          </p:cNvSpPr>
          <p:nvPr>
            <p:ph type="title" idx="3"/>
          </p:nvPr>
        </p:nvSpPr>
        <p:spPr>
          <a:xfrm>
            <a:off x="6307650" y="482616"/>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188" name="Google Shape;188;p13"/>
          <p:cNvSpPr txBox="1">
            <a:spLocks noGrp="1"/>
          </p:cNvSpPr>
          <p:nvPr>
            <p:ph type="subTitle" idx="4"/>
          </p:nvPr>
        </p:nvSpPr>
        <p:spPr>
          <a:xfrm>
            <a:off x="630765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189" name="Google Shape;189;p13"/>
          <p:cNvSpPr txBox="1">
            <a:spLocks noGrp="1"/>
          </p:cNvSpPr>
          <p:nvPr>
            <p:ph type="subTitle" idx="5"/>
          </p:nvPr>
        </p:nvSpPr>
        <p:spPr>
          <a:xfrm>
            <a:off x="630765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190" name="Google Shape;190;p13"/>
          <p:cNvSpPr txBox="1">
            <a:spLocks noGrp="1"/>
          </p:cNvSpPr>
          <p:nvPr>
            <p:ph type="title" idx="6"/>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a:endParaRPr/>
          </a:p>
        </p:txBody>
      </p:sp>
      <p:sp>
        <p:nvSpPr>
          <p:cNvPr id="191" name="Google Shape;191;p13"/>
          <p:cNvSpPr txBox="1">
            <a:spLocks noGrp="1"/>
          </p:cNvSpPr>
          <p:nvPr>
            <p:ph type="subTitle" idx="7"/>
          </p:nvPr>
        </p:nvSpPr>
        <p:spPr>
          <a:xfrm>
            <a:off x="3482800" y="4057204"/>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192" name="Google Shape;192;p13"/>
          <p:cNvSpPr txBox="1">
            <a:spLocks noGrp="1"/>
          </p:cNvSpPr>
          <p:nvPr>
            <p:ph type="subTitle" idx="8"/>
          </p:nvPr>
        </p:nvSpPr>
        <p:spPr>
          <a:xfrm>
            <a:off x="6405300" y="4057079"/>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193" name="Google Shape;193;p13"/>
          <p:cNvSpPr txBox="1">
            <a:spLocks noGrp="1"/>
          </p:cNvSpPr>
          <p:nvPr>
            <p:ph type="subTitle" idx="9"/>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94" name="Google Shape;194;p13"/>
          <p:cNvSpPr txBox="1">
            <a:spLocks noGrp="1"/>
          </p:cNvSpPr>
          <p:nvPr>
            <p:ph type="subTitle" idx="1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95" name="Google Shape;195;p13"/>
          <p:cNvSpPr txBox="1">
            <a:spLocks noGrp="1"/>
          </p:cNvSpPr>
          <p:nvPr>
            <p:ph type="subTitle" idx="1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96" name="Google Shape;196;p1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rot="-5400000" flipH="1">
              <a:off x="498725" y="2069800"/>
              <a:ext cx="103500" cy="103500"/>
            </a:xfrm>
            <a:prstGeom prst="straightConnector1">
              <a:avLst/>
            </a:prstGeom>
            <a:noFill/>
            <a:ln w="9525" cap="flat" cmpd="sng">
              <a:solidFill>
                <a:schemeClr val="lt2"/>
              </a:solidFill>
              <a:prstDash val="solid"/>
              <a:round/>
              <a:headEnd type="none" w="med" len="med"/>
              <a:tailEnd type="none" w="med" len="med"/>
            </a:ln>
          </p:spPr>
        </p:cxnSp>
        <p:cxnSp>
          <p:nvCxnSpPr>
            <p:cNvPr id="199" name="Google Shape;199;p13"/>
            <p:cNvCxnSpPr/>
            <p:nvPr/>
          </p:nvCxnSpPr>
          <p:spPr>
            <a:xfrm rot="5400000">
              <a:off x="596825" y="2069200"/>
              <a:ext cx="106500" cy="107700"/>
            </a:xfrm>
            <a:prstGeom prst="straightConnector1">
              <a:avLst/>
            </a:prstGeom>
            <a:noFill/>
            <a:ln w="9525" cap="flat" cmpd="sng">
              <a:solidFill>
                <a:schemeClr val="lt2"/>
              </a:solidFill>
              <a:prstDash val="solid"/>
              <a:round/>
              <a:headEnd type="none" w="med" len="med"/>
              <a:tailEnd type="none" w="med" len="med"/>
            </a:ln>
          </p:spPr>
        </p:cxnSp>
      </p:grpSp>
      <p:sp>
        <p:nvSpPr>
          <p:cNvPr id="200" name="Google Shape;200;p1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big cards">
  <p:cSld name="CUSTOM_1_1">
    <p:spTree>
      <p:nvGrpSpPr>
        <p:cNvPr id="1" name="Shape 202"/>
        <p:cNvGrpSpPr/>
        <p:nvPr/>
      </p:nvGrpSpPr>
      <p:grpSpPr>
        <a:xfrm>
          <a:off x="0" y="0"/>
          <a:ext cx="0" cy="0"/>
          <a:chOff x="0" y="0"/>
          <a:chExt cx="0" cy="0"/>
        </a:xfrm>
      </p:grpSpPr>
      <p:sp>
        <p:nvSpPr>
          <p:cNvPr id="203" name="Google Shape;203;p14"/>
          <p:cNvSpPr txBox="1">
            <a:spLocks noGrp="1"/>
          </p:cNvSpPr>
          <p:nvPr>
            <p:ph type="title"/>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204" name="Google Shape;204;p14"/>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5" name="Google Shape;205;p14"/>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6" name="Google Shape;206;p14"/>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07" name="Google Shape;207;p1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8" name="Google Shape;208;p14"/>
          <p:cNvSpPr txBox="1">
            <a:spLocks noGrp="1"/>
          </p:cNvSpPr>
          <p:nvPr>
            <p:ph type="title" idx="4"/>
          </p:nvPr>
        </p:nvSpPr>
        <p:spPr>
          <a:xfrm>
            <a:off x="3379125"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09" name="Google Shape;209;p14"/>
          <p:cNvSpPr txBox="1">
            <a:spLocks noGrp="1"/>
          </p:cNvSpPr>
          <p:nvPr>
            <p:ph type="subTitle" idx="5"/>
          </p:nvPr>
        </p:nvSpPr>
        <p:spPr>
          <a:xfrm>
            <a:off x="3379125"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10" name="Google Shape;210;p14"/>
          <p:cNvSpPr txBox="1">
            <a:spLocks noGrp="1"/>
          </p:cNvSpPr>
          <p:nvPr>
            <p:ph type="subTitle" idx="6"/>
          </p:nvPr>
        </p:nvSpPr>
        <p:spPr>
          <a:xfrm>
            <a:off x="3379123"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11" name="Google Shape;211;p14"/>
          <p:cNvSpPr txBox="1">
            <a:spLocks noGrp="1"/>
          </p:cNvSpPr>
          <p:nvPr>
            <p:ph type="title" idx="7"/>
          </p:nvPr>
        </p:nvSpPr>
        <p:spPr>
          <a:xfrm>
            <a:off x="6318039"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12" name="Google Shape;212;p14"/>
          <p:cNvSpPr txBox="1">
            <a:spLocks noGrp="1"/>
          </p:cNvSpPr>
          <p:nvPr>
            <p:ph type="subTitle" idx="8"/>
          </p:nvPr>
        </p:nvSpPr>
        <p:spPr>
          <a:xfrm>
            <a:off x="6318039"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13" name="Google Shape;213;p14"/>
          <p:cNvSpPr txBox="1">
            <a:spLocks noGrp="1"/>
          </p:cNvSpPr>
          <p:nvPr>
            <p:ph type="subTitle" idx="9"/>
          </p:nvPr>
        </p:nvSpPr>
        <p:spPr>
          <a:xfrm>
            <a:off x="6318036"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14" name="Google Shape;214;p14"/>
          <p:cNvSpPr txBox="1">
            <a:spLocks noGrp="1"/>
          </p:cNvSpPr>
          <p:nvPr>
            <p:ph type="title" idx="13"/>
          </p:nvPr>
        </p:nvSpPr>
        <p:spPr>
          <a:xfrm>
            <a:off x="6318039"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15" name="Google Shape;215;p14"/>
          <p:cNvSpPr txBox="1">
            <a:spLocks noGrp="1"/>
          </p:cNvSpPr>
          <p:nvPr>
            <p:ph type="subTitle" idx="14"/>
          </p:nvPr>
        </p:nvSpPr>
        <p:spPr>
          <a:xfrm>
            <a:off x="6318039"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16" name="Google Shape;216;p14"/>
          <p:cNvSpPr txBox="1">
            <a:spLocks noGrp="1"/>
          </p:cNvSpPr>
          <p:nvPr>
            <p:ph type="subTitle" idx="15"/>
          </p:nvPr>
        </p:nvSpPr>
        <p:spPr>
          <a:xfrm>
            <a:off x="6318036"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17" name="Google Shape;217;p14"/>
          <p:cNvSpPr txBox="1">
            <a:spLocks noGrp="1"/>
          </p:cNvSpPr>
          <p:nvPr>
            <p:ph type="title" idx="16"/>
          </p:nvPr>
        </p:nvSpPr>
        <p:spPr>
          <a:xfrm>
            <a:off x="3379125"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18" name="Google Shape;218;p14"/>
          <p:cNvSpPr txBox="1">
            <a:spLocks noGrp="1"/>
          </p:cNvSpPr>
          <p:nvPr>
            <p:ph type="subTitle" idx="17"/>
          </p:nvPr>
        </p:nvSpPr>
        <p:spPr>
          <a:xfrm>
            <a:off x="3379125"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19" name="Google Shape;219;p14"/>
          <p:cNvSpPr txBox="1">
            <a:spLocks noGrp="1"/>
          </p:cNvSpPr>
          <p:nvPr>
            <p:ph type="subTitle" idx="18"/>
          </p:nvPr>
        </p:nvSpPr>
        <p:spPr>
          <a:xfrm>
            <a:off x="3379123"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20" name="Google Shape;220;p1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meline">
  <p:cSld name="CUSTOM_7_1_1_1_1_1_1_1_1_1_1_1_1_1_1_1_1_1">
    <p:spTree>
      <p:nvGrpSpPr>
        <p:cNvPr id="1"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r="15469" b="14588"/>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25" name="Google Shape;225;p15"/>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6" name="Google Shape;226;p15"/>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7" name="Google Shape;227;p15"/>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8" name="Google Shape;228;p15"/>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29" name="Google Shape;229;p15"/>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30" name="Google Shape;230;p15"/>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31" name="Google Shape;231;p15"/>
          <p:cNvSpPr txBox="1">
            <a:spLocks noGrp="1"/>
          </p:cNvSpPr>
          <p:nvPr>
            <p:ph type="body" idx="6"/>
          </p:nvPr>
        </p:nvSpPr>
        <p:spPr>
          <a:xfrm>
            <a:off x="35522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32" name="Google Shape;232;p15"/>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33" name="Google Shape;233;p15"/>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34" name="Google Shape;234;p15"/>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35" name="Google Shape;235;p15"/>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36" name="Google Shape;236;p15"/>
          <p:cNvSpPr txBox="1">
            <a:spLocks noGrp="1"/>
          </p:cNvSpPr>
          <p:nvPr>
            <p:ph type="subTitle" idx="14"/>
          </p:nvPr>
        </p:nvSpPr>
        <p:spPr>
          <a:xfrm>
            <a:off x="47455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37" name="Google Shape;237;p15"/>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38" name="Google Shape;238;p15"/>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39" name="Google Shape;239;p15"/>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40" name="Google Shape;240;p15"/>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41" name="Google Shape;241;p15"/>
          <p:cNvSpPr txBox="1">
            <a:spLocks noGrp="1"/>
          </p:cNvSpPr>
          <p:nvPr>
            <p:ph type="title" idx="19"/>
          </p:nvPr>
        </p:nvSpPr>
        <p:spPr>
          <a:xfrm>
            <a:off x="228600" y="613525"/>
            <a:ext cx="3904500" cy="8649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242" name="Google Shape;242;p1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ers">
  <p:cSld name="CUSTOM">
    <p:spTree>
      <p:nvGrpSpPr>
        <p:cNvPr id="1" name="Shape 244"/>
        <p:cNvGrpSpPr/>
        <p:nvPr/>
      </p:nvGrpSpPr>
      <p:grpSpPr>
        <a:xfrm>
          <a:off x="0" y="0"/>
          <a:ext cx="0" cy="0"/>
          <a:chOff x="0" y="0"/>
          <a:chExt cx="0" cy="0"/>
        </a:xfrm>
      </p:grpSpPr>
      <p:sp>
        <p:nvSpPr>
          <p:cNvPr id="245" name="Google Shape;245;p16"/>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cxnSp>
        <p:nvCxnSpPr>
          <p:cNvPr id="246" name="Google Shape;246;p16"/>
          <p:cNvCxnSpPr/>
          <p:nvPr/>
        </p:nvCxnSpPr>
        <p:spPr>
          <a:xfrm>
            <a:off x="228450" y="2061025"/>
            <a:ext cx="8687100" cy="0"/>
          </a:xfrm>
          <a:prstGeom prst="straightConnector1">
            <a:avLst/>
          </a:prstGeom>
          <a:noFill/>
          <a:ln w="9525" cap="flat" cmpd="sng">
            <a:solidFill>
              <a:schemeClr val="lt2"/>
            </a:solidFill>
            <a:prstDash val="solid"/>
            <a:round/>
            <a:headEnd type="none" w="med" len="med"/>
            <a:tailEnd type="none" w="med" len="med"/>
          </a:ln>
        </p:spPr>
      </p:cxnSp>
      <p:sp>
        <p:nvSpPr>
          <p:cNvPr id="247" name="Google Shape;247;p16"/>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8" name="Google Shape;248;p16"/>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9" name="Google Shape;249;p16"/>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50" name="Google Shape;250;p1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51" name="Google Shape;251;p16"/>
          <p:cNvSpPr txBox="1">
            <a:spLocks noGrp="1"/>
          </p:cNvSpPr>
          <p:nvPr>
            <p:ph type="title"/>
          </p:nvPr>
        </p:nvSpPr>
        <p:spPr>
          <a:xfrm>
            <a:off x="228600" y="369300"/>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52" name="Google Shape;252;p16"/>
          <p:cNvSpPr>
            <a:spLocks noGrp="1"/>
          </p:cNvSpPr>
          <p:nvPr>
            <p:ph type="pic" idx="5"/>
          </p:nvPr>
        </p:nvSpPr>
        <p:spPr>
          <a:xfrm>
            <a:off x="3795900" y="2682425"/>
            <a:ext cx="1458300" cy="1458300"/>
          </a:xfrm>
          <a:prstGeom prst="ellipse">
            <a:avLst/>
          </a:prstGeom>
          <a:noFill/>
          <a:ln w="9525" cap="flat" cmpd="sng">
            <a:solidFill>
              <a:schemeClr val="accent3"/>
            </a:solidFill>
            <a:prstDash val="solid"/>
            <a:round/>
            <a:headEnd type="none" w="sm" len="sm"/>
            <a:tailEnd type="none" w="sm" len="sm"/>
          </a:ln>
        </p:spPr>
      </p:sp>
      <p:sp>
        <p:nvSpPr>
          <p:cNvPr id="253" name="Google Shape;253;p16"/>
          <p:cNvSpPr txBox="1">
            <a:spLocks noGrp="1"/>
          </p:cNvSpPr>
          <p:nvPr>
            <p:ph type="body" idx="6"/>
          </p:nvPr>
        </p:nvSpPr>
        <p:spPr>
          <a:xfrm>
            <a:off x="5871500" y="2468775"/>
            <a:ext cx="2864700" cy="6765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dk2"/>
              </a:buClr>
              <a:buSzPts val="1000"/>
              <a:buFont typeface="Urbanist"/>
              <a:buChar char="●"/>
              <a:defRPr sz="1000">
                <a:solidFill>
                  <a:schemeClr val="dk2"/>
                </a:solidFill>
              </a:defRPr>
            </a:lvl1pPr>
            <a:lvl2pPr marL="914400" lvl="1" indent="-292100">
              <a:spcBef>
                <a:spcPts val="0"/>
              </a:spcBef>
              <a:spcAft>
                <a:spcPts val="0"/>
              </a:spcAft>
              <a:buClr>
                <a:schemeClr val="dk2"/>
              </a:buClr>
              <a:buSzPts val="1000"/>
              <a:buFont typeface="Urbanist"/>
              <a:buChar char="○"/>
              <a:defRPr sz="1000">
                <a:solidFill>
                  <a:schemeClr val="dk2"/>
                </a:solidFill>
              </a:defRPr>
            </a:lvl2pPr>
            <a:lvl3pPr marL="1371600" lvl="2" indent="-292100">
              <a:spcBef>
                <a:spcPts val="0"/>
              </a:spcBef>
              <a:spcAft>
                <a:spcPts val="0"/>
              </a:spcAft>
              <a:buClr>
                <a:schemeClr val="dk2"/>
              </a:buClr>
              <a:buSzPts val="1000"/>
              <a:buFont typeface="Urbanist"/>
              <a:buChar char="■"/>
              <a:defRPr sz="1000">
                <a:solidFill>
                  <a:schemeClr val="dk2"/>
                </a:solidFill>
              </a:defRPr>
            </a:lvl3pPr>
            <a:lvl4pPr marL="1828800" lvl="3" indent="-292100">
              <a:spcBef>
                <a:spcPts val="0"/>
              </a:spcBef>
              <a:spcAft>
                <a:spcPts val="0"/>
              </a:spcAft>
              <a:buClr>
                <a:schemeClr val="dk2"/>
              </a:buClr>
              <a:buSzPts val="1000"/>
              <a:buFont typeface="Urbanist"/>
              <a:buChar char="●"/>
              <a:defRPr sz="1000">
                <a:solidFill>
                  <a:schemeClr val="dk2"/>
                </a:solidFill>
              </a:defRPr>
            </a:lvl4pPr>
            <a:lvl5pPr marL="2286000" lvl="4" indent="-292100">
              <a:spcBef>
                <a:spcPts val="0"/>
              </a:spcBef>
              <a:spcAft>
                <a:spcPts val="0"/>
              </a:spcAft>
              <a:buClr>
                <a:schemeClr val="dk2"/>
              </a:buClr>
              <a:buSzPts val="1000"/>
              <a:buFont typeface="Urbanist"/>
              <a:buChar char="○"/>
              <a:defRPr sz="1000">
                <a:solidFill>
                  <a:schemeClr val="dk2"/>
                </a:solidFill>
              </a:defRPr>
            </a:lvl5pPr>
            <a:lvl6pPr marL="2743200" lvl="5" indent="-292100">
              <a:spcBef>
                <a:spcPts val="0"/>
              </a:spcBef>
              <a:spcAft>
                <a:spcPts val="0"/>
              </a:spcAft>
              <a:buClr>
                <a:schemeClr val="dk2"/>
              </a:buClr>
              <a:buSzPts val="1000"/>
              <a:buFont typeface="Urbanist"/>
              <a:buChar char="■"/>
              <a:defRPr sz="1000">
                <a:solidFill>
                  <a:schemeClr val="dk2"/>
                </a:solidFill>
              </a:defRPr>
            </a:lvl6pPr>
            <a:lvl7pPr marL="3200400" lvl="6" indent="-292100">
              <a:spcBef>
                <a:spcPts val="0"/>
              </a:spcBef>
              <a:spcAft>
                <a:spcPts val="0"/>
              </a:spcAft>
              <a:buClr>
                <a:schemeClr val="dk2"/>
              </a:buClr>
              <a:buSzPts val="1000"/>
              <a:buFont typeface="Urbanist"/>
              <a:buChar char="●"/>
              <a:defRPr sz="1000">
                <a:solidFill>
                  <a:schemeClr val="dk2"/>
                </a:solidFill>
              </a:defRPr>
            </a:lvl7pPr>
            <a:lvl8pPr marL="3657600" lvl="7" indent="-292100">
              <a:spcBef>
                <a:spcPts val="0"/>
              </a:spcBef>
              <a:spcAft>
                <a:spcPts val="0"/>
              </a:spcAft>
              <a:buClr>
                <a:schemeClr val="dk2"/>
              </a:buClr>
              <a:buSzPts val="1000"/>
              <a:buFont typeface="Urbanist"/>
              <a:buChar char="○"/>
              <a:defRPr sz="1000">
                <a:solidFill>
                  <a:schemeClr val="dk2"/>
                </a:solidFill>
              </a:defRPr>
            </a:lvl8pPr>
            <a:lvl9pPr marL="4114800" lvl="8" indent="-292100">
              <a:spcBef>
                <a:spcPts val="0"/>
              </a:spcBef>
              <a:spcAft>
                <a:spcPts val="0"/>
              </a:spcAft>
              <a:buClr>
                <a:schemeClr val="dk2"/>
              </a:buClr>
              <a:buSzPts val="1000"/>
              <a:buFont typeface="Urbanist"/>
              <a:buChar char="■"/>
              <a:defRPr sz="1000">
                <a:solidFill>
                  <a:schemeClr val="dk2"/>
                </a:solidFill>
              </a:defRPr>
            </a:lvl9pPr>
          </a:lstStyle>
          <a:p>
            <a:endParaRPr/>
          </a:p>
        </p:txBody>
      </p:sp>
      <p:sp>
        <p:nvSpPr>
          <p:cNvPr id="254" name="Google Shape;254;p16"/>
          <p:cNvSpPr txBox="1">
            <a:spLocks noGrp="1"/>
          </p:cNvSpPr>
          <p:nvPr>
            <p:ph type="body" idx="7"/>
          </p:nvPr>
        </p:nvSpPr>
        <p:spPr>
          <a:xfrm>
            <a:off x="5871500" y="3553025"/>
            <a:ext cx="2864700" cy="696000"/>
          </a:xfrm>
          <a:prstGeom prst="rect">
            <a:avLst/>
          </a:prstGeom>
        </p:spPr>
        <p:txBody>
          <a:bodyPr spcFirstLastPara="1" wrap="square" lIns="0" tIns="0" rIns="91425" bIns="91425" anchor="t" anchorCtr="0">
            <a:spAutoFit/>
          </a:bodyPr>
          <a:lstStyle>
            <a:lvl1pPr marL="457200" lvl="0" indent="-3048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marL="914400" lvl="1"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marL="1371600" lvl="2"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marL="1828800" lvl="3"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marL="2286000" lvl="4"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marL="2743200" lvl="5"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marL="3200400" lvl="6"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marL="3657600" lvl="7"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marL="4114800" lvl="8" indent="-30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a:endParaRPr/>
          </a:p>
        </p:txBody>
      </p:sp>
      <p:sp>
        <p:nvSpPr>
          <p:cNvPr id="255" name="Google Shape;255;p16"/>
          <p:cNvSpPr txBox="1">
            <a:spLocks noGrp="1"/>
          </p:cNvSpPr>
          <p:nvPr>
            <p:ph type="subTitle" idx="8"/>
          </p:nvPr>
        </p:nvSpPr>
        <p:spPr>
          <a:xfrm>
            <a:off x="238800" y="2720113"/>
            <a:ext cx="2824500" cy="145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a:endParaRPr/>
          </a:p>
        </p:txBody>
      </p:sp>
      <p:sp>
        <p:nvSpPr>
          <p:cNvPr id="256" name="Google Shape;256;p1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ics">
  <p:cSld name="CUSTOM_2">
    <p:spTree>
      <p:nvGrpSpPr>
        <p:cNvPr id="1" name="Shape 258"/>
        <p:cNvGrpSpPr/>
        <p:nvPr/>
      </p:nvGrpSpPr>
      <p:grpSpPr>
        <a:xfrm>
          <a:off x="0" y="0"/>
          <a:ext cx="0" cy="0"/>
          <a:chOff x="0" y="0"/>
          <a:chExt cx="0" cy="0"/>
        </a:xfrm>
      </p:grpSpPr>
      <p:sp>
        <p:nvSpPr>
          <p:cNvPr id="259" name="Google Shape;259;p1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60" name="Google Shape;260;p1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61" name="Google Shape;261;p1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62" name="Google Shape;262;p1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63" name="Google Shape;263;p17"/>
          <p:cNvSpPr/>
          <p:nvPr/>
        </p:nvSpPr>
        <p:spPr>
          <a:xfrm>
            <a:off x="228600" y="1395962"/>
            <a:ext cx="2101200" cy="3054000"/>
          </a:xfrm>
          <a:prstGeom prst="roundRect">
            <a:avLst>
              <a:gd name="adj" fmla="val 963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name="adj" fmla="val 674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name="adj" fmla="val 963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name="adj" fmla="val 1360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7" name="Google Shape;267;p17"/>
          <p:cNvSpPr>
            <a:spLocks noGrp="1"/>
          </p:cNvSpPr>
          <p:nvPr>
            <p:ph type="pic" idx="4"/>
          </p:nvPr>
        </p:nvSpPr>
        <p:spPr>
          <a:xfrm>
            <a:off x="381950" y="993050"/>
            <a:ext cx="850500" cy="850500"/>
          </a:xfrm>
          <a:prstGeom prst="ellipse">
            <a:avLst/>
          </a:prstGeom>
          <a:noFill/>
          <a:ln w="9525" cap="flat" cmpd="sng">
            <a:solidFill>
              <a:schemeClr val="accent3"/>
            </a:solidFill>
            <a:prstDash val="solid"/>
            <a:round/>
            <a:headEnd type="none" w="sm" len="sm"/>
            <a:tailEnd type="none" w="sm" len="sm"/>
          </a:ln>
        </p:spPr>
      </p:sp>
      <p:sp>
        <p:nvSpPr>
          <p:cNvPr id="268" name="Google Shape;268;p17"/>
          <p:cNvSpPr txBox="1">
            <a:spLocks noGrp="1"/>
          </p:cNvSpPr>
          <p:nvPr>
            <p:ph type="subTitle" idx="5"/>
          </p:nvPr>
        </p:nvSpPr>
        <p:spPr>
          <a:xfrm>
            <a:off x="381950" y="2062875"/>
            <a:ext cx="1786500" cy="236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Urbanist"/>
              <a:buNone/>
              <a:defRPr sz="1200" b="1">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a:endParaRPr/>
          </a:p>
        </p:txBody>
      </p:sp>
      <p:sp>
        <p:nvSpPr>
          <p:cNvPr id="269" name="Google Shape;269;p17"/>
          <p:cNvSpPr txBox="1">
            <a:spLocks noGrp="1"/>
          </p:cNvSpPr>
          <p:nvPr>
            <p:ph type="body" idx="6"/>
          </p:nvPr>
        </p:nvSpPr>
        <p:spPr>
          <a:xfrm>
            <a:off x="381950" y="2453500"/>
            <a:ext cx="1786500" cy="1536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Urbanist"/>
              <a:buChar char="●"/>
              <a:defRPr sz="1000">
                <a:solidFill>
                  <a:schemeClr val="dk1"/>
                </a:solidFill>
              </a:defRPr>
            </a:lvl1pPr>
            <a:lvl2pPr marL="914400" lvl="1" indent="-292100">
              <a:spcBef>
                <a:spcPts val="0"/>
              </a:spcBef>
              <a:spcAft>
                <a:spcPts val="0"/>
              </a:spcAft>
              <a:buClr>
                <a:schemeClr val="dk1"/>
              </a:buClr>
              <a:buSzPts val="1000"/>
              <a:buFont typeface="Urbanist"/>
              <a:buChar char="○"/>
              <a:defRPr sz="1000">
                <a:solidFill>
                  <a:schemeClr val="dk1"/>
                </a:solidFill>
              </a:defRPr>
            </a:lvl2pPr>
            <a:lvl3pPr marL="1371600" lvl="2" indent="-292100">
              <a:spcBef>
                <a:spcPts val="0"/>
              </a:spcBef>
              <a:spcAft>
                <a:spcPts val="0"/>
              </a:spcAft>
              <a:buClr>
                <a:schemeClr val="dk1"/>
              </a:buClr>
              <a:buSzPts val="1000"/>
              <a:buFont typeface="Urbanist"/>
              <a:buChar char="■"/>
              <a:defRPr sz="1000">
                <a:solidFill>
                  <a:schemeClr val="dk1"/>
                </a:solidFill>
              </a:defRPr>
            </a:lvl3pPr>
            <a:lvl4pPr marL="1828800" lvl="3" indent="-292100">
              <a:spcBef>
                <a:spcPts val="0"/>
              </a:spcBef>
              <a:spcAft>
                <a:spcPts val="0"/>
              </a:spcAft>
              <a:buClr>
                <a:schemeClr val="dk1"/>
              </a:buClr>
              <a:buSzPts val="1000"/>
              <a:buFont typeface="Urbanist"/>
              <a:buChar char="●"/>
              <a:defRPr sz="1000">
                <a:solidFill>
                  <a:schemeClr val="dk1"/>
                </a:solidFill>
              </a:defRPr>
            </a:lvl4pPr>
            <a:lvl5pPr marL="2286000" lvl="4" indent="-292100">
              <a:spcBef>
                <a:spcPts val="0"/>
              </a:spcBef>
              <a:spcAft>
                <a:spcPts val="0"/>
              </a:spcAft>
              <a:buClr>
                <a:schemeClr val="dk1"/>
              </a:buClr>
              <a:buSzPts val="1000"/>
              <a:buFont typeface="Urbanist"/>
              <a:buChar char="○"/>
              <a:defRPr sz="1000">
                <a:solidFill>
                  <a:schemeClr val="dk1"/>
                </a:solidFill>
              </a:defRPr>
            </a:lvl5pPr>
            <a:lvl6pPr marL="2743200" lvl="5" indent="-292100">
              <a:spcBef>
                <a:spcPts val="0"/>
              </a:spcBef>
              <a:spcAft>
                <a:spcPts val="0"/>
              </a:spcAft>
              <a:buClr>
                <a:schemeClr val="dk1"/>
              </a:buClr>
              <a:buSzPts val="1000"/>
              <a:buFont typeface="Urbanist"/>
              <a:buChar char="■"/>
              <a:defRPr sz="1000">
                <a:solidFill>
                  <a:schemeClr val="dk1"/>
                </a:solidFill>
              </a:defRPr>
            </a:lvl6pPr>
            <a:lvl7pPr marL="3200400" lvl="6" indent="-292100">
              <a:spcBef>
                <a:spcPts val="0"/>
              </a:spcBef>
              <a:spcAft>
                <a:spcPts val="0"/>
              </a:spcAft>
              <a:buClr>
                <a:schemeClr val="dk1"/>
              </a:buClr>
              <a:buSzPts val="1000"/>
              <a:buFont typeface="Urbanist"/>
              <a:buChar char="●"/>
              <a:defRPr sz="1000">
                <a:solidFill>
                  <a:schemeClr val="dk1"/>
                </a:solidFill>
              </a:defRPr>
            </a:lvl7pPr>
            <a:lvl8pPr marL="3657600" lvl="7" indent="-292100">
              <a:spcBef>
                <a:spcPts val="0"/>
              </a:spcBef>
              <a:spcAft>
                <a:spcPts val="0"/>
              </a:spcAft>
              <a:buClr>
                <a:schemeClr val="dk1"/>
              </a:buClr>
              <a:buSzPts val="1000"/>
              <a:buFont typeface="Urbanist"/>
              <a:buChar char="○"/>
              <a:defRPr sz="1000">
                <a:solidFill>
                  <a:schemeClr val="dk1"/>
                </a:solidFill>
              </a:defRPr>
            </a:lvl8pPr>
            <a:lvl9pPr marL="4114800" lvl="8" indent="-292100">
              <a:spcBef>
                <a:spcPts val="0"/>
              </a:spcBef>
              <a:spcAft>
                <a:spcPts val="0"/>
              </a:spcAft>
              <a:buClr>
                <a:schemeClr val="dk1"/>
              </a:buClr>
              <a:buSzPts val="1000"/>
              <a:buFont typeface="Urbanist"/>
              <a:buChar char="■"/>
              <a:defRPr sz="1000">
                <a:solidFill>
                  <a:schemeClr val="dk1"/>
                </a:solidFill>
              </a:defRPr>
            </a:lvl9pPr>
          </a:lstStyle>
          <a:p>
            <a:endParaRPr/>
          </a:p>
        </p:txBody>
      </p:sp>
      <p:sp>
        <p:nvSpPr>
          <p:cNvPr id="270" name="Google Shape;270;p17"/>
          <p:cNvSpPr txBox="1">
            <a:spLocks noGrp="1"/>
          </p:cNvSpPr>
          <p:nvPr>
            <p:ph type="subTitle" idx="7"/>
          </p:nvPr>
        </p:nvSpPr>
        <p:spPr>
          <a:xfrm>
            <a:off x="2580250" y="1528150"/>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71" name="Google Shape;271;p17"/>
          <p:cNvSpPr txBox="1">
            <a:spLocks noGrp="1"/>
          </p:cNvSpPr>
          <p:nvPr>
            <p:ph type="body" idx="8"/>
          </p:nvPr>
        </p:nvSpPr>
        <p:spPr>
          <a:xfrm>
            <a:off x="2580250" y="1791652"/>
            <a:ext cx="2911500" cy="6105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cxnSp>
        <p:nvCxnSpPr>
          <p:cNvPr id="272" name="Google Shape;272;p17"/>
          <p:cNvCxnSpPr/>
          <p:nvPr/>
        </p:nvCxnSpPr>
        <p:spPr>
          <a:xfrm>
            <a:off x="2423700" y="2531312"/>
            <a:ext cx="3194400" cy="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17"/>
          <p:cNvCxnSpPr/>
          <p:nvPr/>
        </p:nvCxnSpPr>
        <p:spPr>
          <a:xfrm>
            <a:off x="2423700" y="3583537"/>
            <a:ext cx="3194400" cy="0"/>
          </a:xfrm>
          <a:prstGeom prst="straightConnector1">
            <a:avLst/>
          </a:prstGeom>
          <a:noFill/>
          <a:ln w="9525" cap="flat" cmpd="sng">
            <a:solidFill>
              <a:schemeClr val="dk1"/>
            </a:solidFill>
            <a:prstDash val="solid"/>
            <a:round/>
            <a:headEnd type="none" w="med" len="med"/>
            <a:tailEnd type="none" w="med" len="med"/>
          </a:ln>
        </p:spPr>
      </p:cxnSp>
      <p:sp>
        <p:nvSpPr>
          <p:cNvPr id="274" name="Google Shape;274;p17"/>
          <p:cNvSpPr txBox="1">
            <a:spLocks noGrp="1"/>
          </p:cNvSpPr>
          <p:nvPr>
            <p:ph type="subTitle" idx="9"/>
          </p:nvPr>
        </p:nvSpPr>
        <p:spPr>
          <a:xfrm>
            <a:off x="2580250" y="26604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75" name="Google Shape;275;p17"/>
          <p:cNvSpPr txBox="1">
            <a:spLocks noGrp="1"/>
          </p:cNvSpPr>
          <p:nvPr>
            <p:ph type="body" idx="13"/>
          </p:nvPr>
        </p:nvSpPr>
        <p:spPr>
          <a:xfrm>
            <a:off x="2580250" y="2931046"/>
            <a:ext cx="2911500" cy="6105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276" name="Google Shape;276;p17"/>
          <p:cNvSpPr/>
          <p:nvPr/>
        </p:nvSpPr>
        <p:spPr>
          <a:xfrm flipH="1">
            <a:off x="2600988"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279" name="Google Shape;279;p17"/>
          <p:cNvSpPr txBox="1">
            <a:spLocks noGrp="1"/>
          </p:cNvSpPr>
          <p:nvPr>
            <p:ph type="subTitle" idx="14"/>
          </p:nvPr>
        </p:nvSpPr>
        <p:spPr>
          <a:xfrm>
            <a:off x="2567250" y="36718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80" name="Google Shape;280;p17"/>
          <p:cNvSpPr txBox="1">
            <a:spLocks noGrp="1"/>
          </p:cNvSpPr>
          <p:nvPr>
            <p:ph type="subTitle" idx="15"/>
          </p:nvPr>
        </p:nvSpPr>
        <p:spPr>
          <a:xfrm>
            <a:off x="5877425" y="15281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281" name="Google Shape;281;p17"/>
          <p:cNvSpPr txBox="1">
            <a:spLocks noGrp="1"/>
          </p:cNvSpPr>
          <p:nvPr>
            <p:ph type="subTitle" idx="16"/>
          </p:nvPr>
        </p:nvSpPr>
        <p:spPr>
          <a:xfrm>
            <a:off x="5877425" y="178110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282" name="Google Shape;282;p17"/>
          <p:cNvSpPr txBox="1">
            <a:spLocks noGrp="1"/>
          </p:cNvSpPr>
          <p:nvPr>
            <p:ph type="subTitle" idx="17"/>
          </p:nvPr>
        </p:nvSpPr>
        <p:spPr>
          <a:xfrm>
            <a:off x="5877425" y="22191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283" name="Google Shape;283;p17"/>
          <p:cNvSpPr txBox="1">
            <a:spLocks noGrp="1"/>
          </p:cNvSpPr>
          <p:nvPr>
            <p:ph type="subTitle" idx="18"/>
          </p:nvPr>
        </p:nvSpPr>
        <p:spPr>
          <a:xfrm>
            <a:off x="5877425" y="26572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284" name="Google Shape;284;p17"/>
          <p:cNvSpPr txBox="1">
            <a:spLocks noGrp="1"/>
          </p:cNvSpPr>
          <p:nvPr>
            <p:ph type="subTitle" idx="19"/>
          </p:nvPr>
        </p:nvSpPr>
        <p:spPr>
          <a:xfrm>
            <a:off x="5877425" y="335493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285" name="Google Shape;285;p17"/>
          <p:cNvSpPr txBox="1">
            <a:spLocks noGrp="1"/>
          </p:cNvSpPr>
          <p:nvPr>
            <p:ph type="subTitle" idx="20"/>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86" name="Google Shape;286;p1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ilestones">
  <p:cSld name="CUSTOM_4">
    <p:spTree>
      <p:nvGrpSpPr>
        <p:cNvPr id="1" name="Shape 288"/>
        <p:cNvGrpSpPr/>
        <p:nvPr/>
      </p:nvGrpSpPr>
      <p:grpSpPr>
        <a:xfrm>
          <a:off x="0" y="0"/>
          <a:ext cx="0" cy="0"/>
          <a:chOff x="0" y="0"/>
          <a:chExt cx="0" cy="0"/>
        </a:xfrm>
      </p:grpSpPr>
      <p:sp>
        <p:nvSpPr>
          <p:cNvPr id="289" name="Google Shape;289;p18"/>
          <p:cNvSpPr txBox="1">
            <a:spLocks noGrp="1"/>
          </p:cNvSpPr>
          <p:nvPr>
            <p:ph type="body" idx="1"/>
          </p:nvPr>
        </p:nvSpPr>
        <p:spPr>
          <a:xfrm>
            <a:off x="2054000" y="2952175"/>
            <a:ext cx="1377600" cy="9378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290" name="Google Shape;290;p18"/>
          <p:cNvSpPr txBox="1">
            <a:spLocks noGrp="1"/>
          </p:cNvSpPr>
          <p:nvPr>
            <p:ph type="body" idx="2"/>
          </p:nvPr>
        </p:nvSpPr>
        <p:spPr>
          <a:xfrm>
            <a:off x="2461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291" name="Google Shape;291;p18"/>
          <p:cNvSpPr txBox="1">
            <a:spLocks noGrp="1"/>
          </p:cNvSpPr>
          <p:nvPr>
            <p:ph type="subTitle" idx="3"/>
          </p:nvPr>
        </p:nvSpPr>
        <p:spPr>
          <a:xfrm>
            <a:off x="382995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292" name="Google Shape;292;p18"/>
          <p:cNvSpPr txBox="1">
            <a:spLocks noGrp="1"/>
          </p:cNvSpPr>
          <p:nvPr>
            <p:ph type="body" idx="4"/>
          </p:nvPr>
        </p:nvSpPr>
        <p:spPr>
          <a:xfrm>
            <a:off x="3848250" y="2952163"/>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293" name="Google Shape;293;p18"/>
          <p:cNvSpPr txBox="1">
            <a:spLocks noGrp="1"/>
          </p:cNvSpPr>
          <p:nvPr>
            <p:ph type="subTitle" idx="5"/>
          </p:nvPr>
        </p:nvSpPr>
        <p:spPr>
          <a:xfrm>
            <a:off x="20774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294" name="Google Shape;294;p18"/>
          <p:cNvSpPr txBox="1">
            <a:spLocks noGrp="1"/>
          </p:cNvSpPr>
          <p:nvPr>
            <p:ph type="body" idx="6"/>
          </p:nvPr>
        </p:nvSpPr>
        <p:spPr>
          <a:xfrm>
            <a:off x="5634175"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295" name="Google Shape;295;p18"/>
          <p:cNvSpPr txBox="1">
            <a:spLocks noGrp="1"/>
          </p:cNvSpPr>
          <p:nvPr>
            <p:ph type="subTitle" idx="7"/>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6" name="Google Shape;296;p18"/>
          <p:cNvSpPr txBox="1">
            <a:spLocks noGrp="1"/>
          </p:cNvSpPr>
          <p:nvPr>
            <p:ph type="subTitle" idx="8"/>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7" name="Google Shape;297;p18"/>
          <p:cNvSpPr txBox="1">
            <a:spLocks noGrp="1"/>
          </p:cNvSpPr>
          <p:nvPr>
            <p:ph type="subTitle" idx="9"/>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98" name="Google Shape;298;p1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99" name="Google Shape;299;p18"/>
          <p:cNvSpPr txBox="1">
            <a:spLocks noGrp="1"/>
          </p:cNvSpPr>
          <p:nvPr>
            <p:ph type="title"/>
          </p:nvPr>
        </p:nvSpPr>
        <p:spPr>
          <a:xfrm>
            <a:off x="228600" y="613525"/>
            <a:ext cx="6841500" cy="7530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300" name="Google Shape;300;p18"/>
          <p:cNvSpPr txBox="1">
            <a:spLocks noGrp="1"/>
          </p:cNvSpPr>
          <p:nvPr>
            <p:ph type="subTitle" idx="13"/>
          </p:nvPr>
        </p:nvSpPr>
        <p:spPr>
          <a:xfrm>
            <a:off x="2775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01" name="Google Shape;301;p18"/>
          <p:cNvSpPr txBox="1">
            <a:spLocks noGrp="1"/>
          </p:cNvSpPr>
          <p:nvPr>
            <p:ph type="subTitle" idx="14"/>
          </p:nvPr>
        </p:nvSpPr>
        <p:spPr>
          <a:xfrm>
            <a:off x="38773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02" name="Google Shape;302;p18"/>
          <p:cNvSpPr txBox="1">
            <a:spLocks noGrp="1"/>
          </p:cNvSpPr>
          <p:nvPr>
            <p:ph type="subTitle" idx="15"/>
          </p:nvPr>
        </p:nvSpPr>
        <p:spPr>
          <a:xfrm>
            <a:off x="56772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03" name="Google Shape;303;p18"/>
          <p:cNvSpPr txBox="1">
            <a:spLocks noGrp="1"/>
          </p:cNvSpPr>
          <p:nvPr>
            <p:ph type="subTitle" idx="16"/>
          </p:nvPr>
        </p:nvSpPr>
        <p:spPr>
          <a:xfrm>
            <a:off x="74771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04" name="Google Shape;304;p18"/>
          <p:cNvSpPr txBox="1">
            <a:spLocks noGrp="1"/>
          </p:cNvSpPr>
          <p:nvPr>
            <p:ph type="subTitle" idx="17"/>
          </p:nvPr>
        </p:nvSpPr>
        <p:spPr>
          <a:xfrm>
            <a:off x="23880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200"/>
              <a:buFont typeface="Urbanist"/>
              <a:buNone/>
              <a:defRPr sz="1200" b="1">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18"/>
          <p:cNvSpPr txBox="1">
            <a:spLocks noGrp="1"/>
          </p:cNvSpPr>
          <p:nvPr>
            <p:ph type="subTitle" idx="18"/>
          </p:nvPr>
        </p:nvSpPr>
        <p:spPr>
          <a:xfrm>
            <a:off x="2034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06" name="Google Shape;306;p18"/>
          <p:cNvSpPr txBox="1">
            <a:spLocks noGrp="1"/>
          </p:cNvSpPr>
          <p:nvPr>
            <p:ph type="subTitle" idx="19"/>
          </p:nvPr>
        </p:nvSpPr>
        <p:spPr>
          <a:xfrm>
            <a:off x="5645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07" name="Google Shape;307;p18"/>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08" name="Google Shape;308;p18"/>
          <p:cNvSpPr txBox="1">
            <a:spLocks noGrp="1"/>
          </p:cNvSpPr>
          <p:nvPr>
            <p:ph type="subTitle" idx="21"/>
          </p:nvPr>
        </p:nvSpPr>
        <p:spPr>
          <a:xfrm>
            <a:off x="372900" y="202945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sp>
        <p:nvSpPr>
          <p:cNvPr id="309" name="Google Shape;309;p18"/>
          <p:cNvSpPr txBox="1">
            <a:spLocks noGrp="1"/>
          </p:cNvSpPr>
          <p:nvPr>
            <p:ph type="subTitle" idx="22"/>
          </p:nvPr>
        </p:nvSpPr>
        <p:spPr>
          <a:xfrm>
            <a:off x="2178663"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10" name="Google Shape;310;p18"/>
          <p:cNvSpPr txBox="1">
            <a:spLocks noGrp="1"/>
          </p:cNvSpPr>
          <p:nvPr>
            <p:ph type="subTitle" idx="23"/>
          </p:nvPr>
        </p:nvSpPr>
        <p:spPr>
          <a:xfrm>
            <a:off x="3974250"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11" name="Google Shape;311;p18"/>
          <p:cNvSpPr txBox="1">
            <a:spLocks noGrp="1"/>
          </p:cNvSpPr>
          <p:nvPr>
            <p:ph type="subTitle" idx="24"/>
          </p:nvPr>
        </p:nvSpPr>
        <p:spPr>
          <a:xfrm>
            <a:off x="5789675"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12" name="Google Shape;312;p18"/>
          <p:cNvSpPr txBox="1">
            <a:spLocks noGrp="1"/>
          </p:cNvSpPr>
          <p:nvPr>
            <p:ph type="subTitle" idx="25"/>
          </p:nvPr>
        </p:nvSpPr>
        <p:spPr>
          <a:xfrm>
            <a:off x="7605089"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13" name="Google Shape;313;p18"/>
          <p:cNvSpPr txBox="1">
            <a:spLocks noGrp="1"/>
          </p:cNvSpPr>
          <p:nvPr>
            <p:ph type="body" idx="26"/>
          </p:nvPr>
        </p:nvSpPr>
        <p:spPr>
          <a:xfrm>
            <a:off x="74503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14" name="Google Shape;314;p1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etrics ">
  <p:cSld name="CUSTOM_5">
    <p:spTree>
      <p:nvGrpSpPr>
        <p:cNvPr id="1" name="Shape 316"/>
        <p:cNvGrpSpPr/>
        <p:nvPr/>
      </p:nvGrpSpPr>
      <p:grpSpPr>
        <a:xfrm>
          <a:off x="0" y="0"/>
          <a:ext cx="0" cy="0"/>
          <a:chOff x="0" y="0"/>
          <a:chExt cx="0" cy="0"/>
        </a:xfrm>
      </p:grpSpPr>
      <p:sp>
        <p:nvSpPr>
          <p:cNvPr id="317" name="Google Shape;317;p1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18" name="Google Shape;318;p1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19" name="Google Shape;319;p1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20" name="Google Shape;320;p1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21" name="Google Shape;321;p1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23" name="Google Shape;323;p19"/>
          <p:cNvSpPr txBox="1">
            <a:spLocks noGrp="1"/>
          </p:cNvSpPr>
          <p:nvPr>
            <p:ph type="subTitle" idx="4"/>
          </p:nvPr>
        </p:nvSpPr>
        <p:spPr>
          <a:xfrm>
            <a:off x="6314800" y="458325"/>
            <a:ext cx="229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19"/>
          <p:cNvSpPr txBox="1">
            <a:spLocks noGrp="1"/>
          </p:cNvSpPr>
          <p:nvPr>
            <p:ph type="title"/>
          </p:nvPr>
        </p:nvSpPr>
        <p:spPr>
          <a:xfrm>
            <a:off x="237650" y="746900"/>
            <a:ext cx="2834700" cy="25908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25" name="Google Shape;325;p19"/>
          <p:cNvSpPr txBox="1">
            <a:spLocks noGrp="1"/>
          </p:cNvSpPr>
          <p:nvPr>
            <p:ph type="subTitle" idx="5"/>
          </p:nvPr>
        </p:nvSpPr>
        <p:spPr>
          <a:xfrm>
            <a:off x="229175" y="229175"/>
            <a:ext cx="283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26" name="Google Shape;326;p19"/>
          <p:cNvSpPr txBox="1">
            <a:spLocks noGrp="1"/>
          </p:cNvSpPr>
          <p:nvPr>
            <p:ph type="subTitle" idx="6"/>
          </p:nvPr>
        </p:nvSpPr>
        <p:spPr>
          <a:xfrm>
            <a:off x="3437500" y="882725"/>
            <a:ext cx="22947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27" name="Google Shape;327;p19"/>
          <p:cNvSpPr txBox="1">
            <a:spLocks noGrp="1"/>
          </p:cNvSpPr>
          <p:nvPr>
            <p:ph type="title" idx="7"/>
          </p:nvPr>
        </p:nvSpPr>
        <p:spPr>
          <a:xfrm>
            <a:off x="3611850" y="1848195"/>
            <a:ext cx="1924200" cy="594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a:endParaRPr/>
          </a:p>
        </p:txBody>
      </p:sp>
      <p:sp>
        <p:nvSpPr>
          <p:cNvPr id="328" name="Google Shape;328;p19"/>
          <p:cNvSpPr txBox="1">
            <a:spLocks noGrp="1"/>
          </p:cNvSpPr>
          <p:nvPr>
            <p:ph type="title" idx="8"/>
          </p:nvPr>
        </p:nvSpPr>
        <p:spPr>
          <a:xfrm>
            <a:off x="3611850" y="3250202"/>
            <a:ext cx="1920300" cy="59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29" name="Google Shape;329;p19"/>
          <p:cNvSpPr txBox="1">
            <a:spLocks noGrp="1"/>
          </p:cNvSpPr>
          <p:nvPr>
            <p:ph type="subTitle" idx="9"/>
          </p:nvPr>
        </p:nvSpPr>
        <p:spPr>
          <a:xfrm>
            <a:off x="3611850" y="2707575"/>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30" name="Google Shape;330;p19"/>
          <p:cNvSpPr txBox="1">
            <a:spLocks noGrp="1"/>
          </p:cNvSpPr>
          <p:nvPr>
            <p:ph type="subTitle" idx="13"/>
          </p:nvPr>
        </p:nvSpPr>
        <p:spPr>
          <a:xfrm>
            <a:off x="3611850" y="4076800"/>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31" name="Google Shape;331;p19"/>
          <p:cNvSpPr txBox="1">
            <a:spLocks noGrp="1"/>
          </p:cNvSpPr>
          <p:nvPr>
            <p:ph type="subTitle" idx="14"/>
          </p:nvPr>
        </p:nvSpPr>
        <p:spPr>
          <a:xfrm>
            <a:off x="6258900" y="3267725"/>
            <a:ext cx="24783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32" name="Google Shape;332;p19"/>
          <p:cNvSpPr txBox="1">
            <a:spLocks noGrp="1"/>
          </p:cNvSpPr>
          <p:nvPr>
            <p:ph type="subTitle" idx="15"/>
          </p:nvPr>
        </p:nvSpPr>
        <p:spPr>
          <a:xfrm>
            <a:off x="6258900" y="3955225"/>
            <a:ext cx="2478300" cy="3300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3"/>
        <p:cNvGrpSpPr/>
        <p:nvPr/>
      </p:nvGrpSpPr>
      <p:grpSpPr>
        <a:xfrm>
          <a:off x="0" y="0"/>
          <a:ext cx="0" cy="0"/>
          <a:chOff x="0" y="0"/>
          <a:chExt cx="0" cy="0"/>
        </a:xfrm>
      </p:grpSpPr>
      <p:sp>
        <p:nvSpPr>
          <p:cNvPr id="334" name="Google Shape;334;p2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35" name="Google Shape;335;p2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36"/>
        <p:cNvGrpSpPr/>
        <p:nvPr/>
      </p:nvGrpSpPr>
      <p:grpSpPr>
        <a:xfrm>
          <a:off x="0" y="0"/>
          <a:ext cx="0" cy="0"/>
          <a:chOff x="0" y="0"/>
          <a:chExt cx="0" cy="0"/>
        </a:xfrm>
      </p:grpSpPr>
      <p:sp>
        <p:nvSpPr>
          <p:cNvPr id="337" name="Google Shape;337;p2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38"/>
        <p:cNvGrpSpPr/>
        <p:nvPr/>
      </p:nvGrpSpPr>
      <p:grpSpPr>
        <a:xfrm>
          <a:off x="0" y="0"/>
          <a:ext cx="0" cy="0"/>
          <a:chOff x="0" y="0"/>
          <a:chExt cx="0" cy="0"/>
        </a:xfrm>
      </p:grpSpPr>
      <p:sp>
        <p:nvSpPr>
          <p:cNvPr id="339" name="Google Shape;33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0" name="Google Shape;34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41"/>
        <p:cNvGrpSpPr/>
        <p:nvPr/>
      </p:nvGrpSpPr>
      <p:grpSpPr>
        <a:xfrm>
          <a:off x="0" y="0"/>
          <a:ext cx="0" cy="0"/>
          <a:chOff x="0" y="0"/>
          <a:chExt cx="0" cy="0"/>
        </a:xfrm>
      </p:grpSpPr>
      <p:sp>
        <p:nvSpPr>
          <p:cNvPr id="342" name="Google Shape;34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3" name="Google Shape;343;p2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4" name="Google Shape;344;p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5"/>
        <p:cNvGrpSpPr/>
        <p:nvPr/>
      </p:nvGrpSpPr>
      <p:grpSpPr>
        <a:xfrm>
          <a:off x="0" y="0"/>
          <a:ext cx="0" cy="0"/>
          <a:chOff x="0" y="0"/>
          <a:chExt cx="0" cy="0"/>
        </a:xfrm>
      </p:grpSpPr>
      <p:sp>
        <p:nvSpPr>
          <p:cNvPr id="346" name="Google Shape;346;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7"/>
        <p:cNvGrpSpPr/>
        <p:nvPr/>
      </p:nvGrpSpPr>
      <p:grpSpPr>
        <a:xfrm>
          <a:off x="0" y="0"/>
          <a:ext cx="0" cy="0"/>
          <a:chOff x="0" y="0"/>
          <a:chExt cx="0" cy="0"/>
        </a:xfrm>
      </p:grpSpPr>
      <p:sp>
        <p:nvSpPr>
          <p:cNvPr id="348" name="Google Shape;348;p25"/>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9" name="Google Shape;349;p25"/>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0"/>
        <p:cNvGrpSpPr/>
        <p:nvPr/>
      </p:nvGrpSpPr>
      <p:grpSpPr>
        <a:xfrm>
          <a:off x="0" y="0"/>
          <a:ext cx="0" cy="0"/>
          <a:chOff x="0" y="0"/>
          <a:chExt cx="0" cy="0"/>
        </a:xfrm>
      </p:grpSpPr>
      <p:sp>
        <p:nvSpPr>
          <p:cNvPr id="351" name="Google Shape;351;p26"/>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2"/>
        <p:cNvGrpSpPr/>
        <p:nvPr/>
      </p:nvGrpSpPr>
      <p:grpSpPr>
        <a:xfrm>
          <a:off x="0" y="0"/>
          <a:ext cx="0" cy="0"/>
          <a:chOff x="0" y="0"/>
          <a:chExt cx="0" cy="0"/>
        </a:xfrm>
      </p:grpSpPr>
      <p:sp>
        <p:nvSpPr>
          <p:cNvPr id="353" name="Google Shape;353;p2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4" name="Google Shape;354;p2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55" name="Google Shape;355;p27"/>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56"/>
        <p:cNvGrpSpPr/>
        <p:nvPr/>
      </p:nvGrpSpPr>
      <p:grpSpPr>
        <a:xfrm>
          <a:off x="0" y="0"/>
          <a:ext cx="0" cy="0"/>
          <a:chOff x="0" y="0"/>
          <a:chExt cx="0" cy="0"/>
        </a:xfrm>
      </p:grpSpPr>
      <p:sp>
        <p:nvSpPr>
          <p:cNvPr id="357" name="Google Shape;357;p28"/>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58"/>
        <p:cNvGrpSpPr/>
        <p:nvPr/>
      </p:nvGrpSpPr>
      <p:grpSpPr>
        <a:xfrm>
          <a:off x="0" y="0"/>
          <a:ext cx="0" cy="0"/>
          <a:chOff x="0" y="0"/>
          <a:chExt cx="0" cy="0"/>
        </a:xfrm>
      </p:grpSpPr>
      <p:sp>
        <p:nvSpPr>
          <p:cNvPr id="359" name="Google Shape;359;p29"/>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62"/>
        <p:cNvGrpSpPr/>
        <p:nvPr/>
      </p:nvGrpSpPr>
      <p:grpSpPr>
        <a:xfrm>
          <a:off x="0" y="0"/>
          <a:ext cx="0" cy="0"/>
          <a:chOff x="0" y="0"/>
          <a:chExt cx="0" cy="0"/>
        </a:xfrm>
      </p:grpSpPr>
      <p:sp>
        <p:nvSpPr>
          <p:cNvPr id="363" name="Google Shape;363;p31"/>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4" name="Google Shape;364;p31"/>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5" name="Google Shape;365;p31"/>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6" name="Google Shape;366;p31"/>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7" name="Google Shape;367;p31"/>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8" name="Google Shape;368;p31"/>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9" name="Google Shape;369;p31"/>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70"/>
        <p:cNvGrpSpPr/>
        <p:nvPr/>
      </p:nvGrpSpPr>
      <p:grpSpPr>
        <a:xfrm>
          <a:off x="0" y="0"/>
          <a:ext cx="0" cy="0"/>
          <a:chOff x="0" y="0"/>
          <a:chExt cx="0" cy="0"/>
        </a:xfrm>
      </p:grpSpPr>
      <p:sp>
        <p:nvSpPr>
          <p:cNvPr id="371" name="Google Shape;37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72" name="Google Shape;372;p32"/>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3" name="Google Shape;373;p32"/>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74"/>
        <p:cNvGrpSpPr/>
        <p:nvPr/>
      </p:nvGrpSpPr>
      <p:grpSpPr>
        <a:xfrm>
          <a:off x="0" y="0"/>
          <a:ext cx="0" cy="0"/>
          <a:chOff x="0" y="0"/>
          <a:chExt cx="0" cy="0"/>
        </a:xfrm>
      </p:grpSpPr>
      <p:sp>
        <p:nvSpPr>
          <p:cNvPr id="375" name="Google Shape;375;p33"/>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76" name="Google Shape;376;p33"/>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7" name="Google Shape;377;p33"/>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8" name="Google Shape;378;p33"/>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9" name="Google Shape;379;p33"/>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80"/>
        <p:cNvGrpSpPr/>
        <p:nvPr/>
      </p:nvGrpSpPr>
      <p:grpSpPr>
        <a:xfrm>
          <a:off x="0" y="0"/>
          <a:ext cx="0" cy="0"/>
          <a:chOff x="0" y="0"/>
          <a:chExt cx="0" cy="0"/>
        </a:xfrm>
      </p:grpSpPr>
      <p:sp>
        <p:nvSpPr>
          <p:cNvPr id="381" name="Google Shape;381;p34"/>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82" name="Google Shape;382;p34"/>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3" name="Google Shape;383;p34"/>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4" name="Google Shape;384;p34"/>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5" name="Google Shape;385;p34"/>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6" name="Google Shape;386;p34"/>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7" name="Google Shape;387;p34"/>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88"/>
        <p:cNvGrpSpPr/>
        <p:nvPr/>
      </p:nvGrpSpPr>
      <p:grpSpPr>
        <a:xfrm>
          <a:off x="0" y="0"/>
          <a:ext cx="0" cy="0"/>
          <a:chOff x="0" y="0"/>
          <a:chExt cx="0" cy="0"/>
        </a:xfrm>
      </p:grpSpPr>
      <p:sp>
        <p:nvSpPr>
          <p:cNvPr id="389" name="Google Shape;389;p35"/>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90" name="Google Shape;390;p35"/>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1" name="Google Shape;391;p35"/>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2" name="Google Shape;392;p35"/>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3" name="Google Shape;393;p35"/>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94" name="Google Shape;394;p35"/>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5" name="Google Shape;395;p35"/>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6" name="Google Shape;396;p35"/>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7" name="Google Shape;397;p35"/>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98"/>
        <p:cNvGrpSpPr/>
        <p:nvPr/>
      </p:nvGrpSpPr>
      <p:grpSpPr>
        <a:xfrm>
          <a:off x="0" y="0"/>
          <a:ext cx="0" cy="0"/>
          <a:chOff x="0" y="0"/>
          <a:chExt cx="0" cy="0"/>
        </a:xfrm>
      </p:grpSpPr>
      <p:sp>
        <p:nvSpPr>
          <p:cNvPr id="399" name="Google Shape;399;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0" name="Google Shape;400;p36"/>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01"/>
        <p:cNvGrpSpPr/>
        <p:nvPr/>
      </p:nvGrpSpPr>
      <p:grpSpPr>
        <a:xfrm>
          <a:off x="0" y="0"/>
          <a:ext cx="0" cy="0"/>
          <a:chOff x="0" y="0"/>
          <a:chExt cx="0" cy="0"/>
        </a:xfrm>
      </p:grpSpPr>
      <p:sp>
        <p:nvSpPr>
          <p:cNvPr id="402" name="Google Shape;402;p37"/>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03" name="Google Shape;403;p37"/>
          <p:cNvSpPr>
            <a:spLocks noGrp="1"/>
          </p:cNvSpPr>
          <p:nvPr>
            <p:ph type="pic" idx="2"/>
          </p:nvPr>
        </p:nvSpPr>
        <p:spPr>
          <a:xfrm>
            <a:off x="4804825" y="1133300"/>
            <a:ext cx="4027500" cy="2392800"/>
          </a:xfrm>
          <a:prstGeom prst="rect">
            <a:avLst/>
          </a:prstGeom>
          <a:noFill/>
          <a:ln>
            <a:noFill/>
          </a:ln>
        </p:spPr>
      </p:sp>
      <p:sp>
        <p:nvSpPr>
          <p:cNvPr id="404" name="Google Shape;404;p37"/>
          <p:cNvSpPr>
            <a:spLocks noGrp="1"/>
          </p:cNvSpPr>
          <p:nvPr>
            <p:ph type="pic" idx="3"/>
          </p:nvPr>
        </p:nvSpPr>
        <p:spPr>
          <a:xfrm>
            <a:off x="311725" y="1133300"/>
            <a:ext cx="4027500" cy="2392800"/>
          </a:xfrm>
          <a:prstGeom prst="rect">
            <a:avLst/>
          </a:prstGeom>
          <a:noFill/>
          <a:ln>
            <a:noFill/>
          </a:ln>
        </p:spPr>
      </p:sp>
      <p:sp>
        <p:nvSpPr>
          <p:cNvPr id="405" name="Google Shape;405;p37"/>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6" name="Google Shape;406;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7" name="Google Shape;407;p37"/>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8" name="Google Shape;408;p37"/>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09"/>
        <p:cNvGrpSpPr/>
        <p:nvPr/>
      </p:nvGrpSpPr>
      <p:grpSpPr>
        <a:xfrm>
          <a:off x="0" y="0"/>
          <a:ext cx="0" cy="0"/>
          <a:chOff x="0" y="0"/>
          <a:chExt cx="0" cy="0"/>
        </a:xfrm>
      </p:grpSpPr>
      <p:sp>
        <p:nvSpPr>
          <p:cNvPr id="410" name="Google Shape;410;p38"/>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11" name="Google Shape;411;p38"/>
          <p:cNvSpPr>
            <a:spLocks noGrp="1"/>
          </p:cNvSpPr>
          <p:nvPr>
            <p:ph type="pic" idx="2"/>
          </p:nvPr>
        </p:nvSpPr>
        <p:spPr>
          <a:xfrm>
            <a:off x="6205225" y="1128325"/>
            <a:ext cx="2627100" cy="2273100"/>
          </a:xfrm>
          <a:prstGeom prst="rect">
            <a:avLst/>
          </a:prstGeom>
          <a:noFill/>
          <a:ln>
            <a:noFill/>
          </a:ln>
        </p:spPr>
      </p:sp>
      <p:sp>
        <p:nvSpPr>
          <p:cNvPr id="412" name="Google Shape;412;p38"/>
          <p:cNvSpPr>
            <a:spLocks noGrp="1"/>
          </p:cNvSpPr>
          <p:nvPr>
            <p:ph type="pic" idx="3"/>
          </p:nvPr>
        </p:nvSpPr>
        <p:spPr>
          <a:xfrm>
            <a:off x="311725" y="1128325"/>
            <a:ext cx="2627100" cy="2273100"/>
          </a:xfrm>
          <a:prstGeom prst="rect">
            <a:avLst/>
          </a:prstGeom>
          <a:noFill/>
          <a:ln>
            <a:noFill/>
          </a:ln>
        </p:spPr>
      </p:sp>
      <p:sp>
        <p:nvSpPr>
          <p:cNvPr id="413" name="Google Shape;413;p38"/>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14" name="Google Shape;414;p38"/>
          <p:cNvSpPr>
            <a:spLocks noGrp="1"/>
          </p:cNvSpPr>
          <p:nvPr>
            <p:ph type="pic" idx="5"/>
          </p:nvPr>
        </p:nvSpPr>
        <p:spPr>
          <a:xfrm>
            <a:off x="3255250" y="1128325"/>
            <a:ext cx="2627100" cy="2273100"/>
          </a:xfrm>
          <a:prstGeom prst="rect">
            <a:avLst/>
          </a:prstGeom>
          <a:noFill/>
          <a:ln>
            <a:noFill/>
          </a:ln>
        </p:spPr>
      </p:sp>
      <p:sp>
        <p:nvSpPr>
          <p:cNvPr id="415" name="Google Shape;415;p38"/>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16" name="Google Shape;41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7" name="Google Shape;417;p38"/>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18" name="Google Shape;418;p38"/>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19" name="Google Shape;419;p38"/>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20"/>
        <p:cNvGrpSpPr/>
        <p:nvPr/>
      </p:nvGrpSpPr>
      <p:grpSpPr>
        <a:xfrm>
          <a:off x="0" y="0"/>
          <a:ext cx="0" cy="0"/>
          <a:chOff x="0" y="0"/>
          <a:chExt cx="0" cy="0"/>
        </a:xfrm>
      </p:grpSpPr>
      <p:sp>
        <p:nvSpPr>
          <p:cNvPr id="421" name="Google Shape;421;p39"/>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22"/>
        <p:cNvGrpSpPr/>
        <p:nvPr/>
      </p:nvGrpSpPr>
      <p:grpSpPr>
        <a:xfrm>
          <a:off x="0" y="0"/>
          <a:ext cx="0" cy="0"/>
          <a:chOff x="0" y="0"/>
          <a:chExt cx="0" cy="0"/>
        </a:xfrm>
      </p:grpSpPr>
      <p:sp>
        <p:nvSpPr>
          <p:cNvPr id="423" name="Google Shape;423;p40"/>
          <p:cNvSpPr>
            <a:spLocks noGrp="1"/>
          </p:cNvSpPr>
          <p:nvPr>
            <p:ph type="pic" idx="2"/>
          </p:nvPr>
        </p:nvSpPr>
        <p:spPr>
          <a:xfrm>
            <a:off x="3389600" y="118913"/>
            <a:ext cx="1643700" cy="1535100"/>
          </a:xfrm>
          <a:prstGeom prst="rect">
            <a:avLst/>
          </a:prstGeom>
          <a:noFill/>
          <a:ln>
            <a:noFill/>
          </a:ln>
        </p:spPr>
      </p:sp>
      <p:sp>
        <p:nvSpPr>
          <p:cNvPr id="424" name="Google Shape;424;p40"/>
          <p:cNvSpPr>
            <a:spLocks noGrp="1"/>
          </p:cNvSpPr>
          <p:nvPr>
            <p:ph type="pic" idx="3"/>
          </p:nvPr>
        </p:nvSpPr>
        <p:spPr>
          <a:xfrm>
            <a:off x="5195935" y="118913"/>
            <a:ext cx="1643700" cy="1535100"/>
          </a:xfrm>
          <a:prstGeom prst="rect">
            <a:avLst/>
          </a:prstGeom>
          <a:noFill/>
          <a:ln>
            <a:noFill/>
          </a:ln>
        </p:spPr>
      </p:sp>
      <p:sp>
        <p:nvSpPr>
          <p:cNvPr id="425" name="Google Shape;425;p40"/>
          <p:cNvSpPr>
            <a:spLocks noGrp="1"/>
          </p:cNvSpPr>
          <p:nvPr>
            <p:ph type="pic" idx="4"/>
          </p:nvPr>
        </p:nvSpPr>
        <p:spPr>
          <a:xfrm>
            <a:off x="7002270" y="118913"/>
            <a:ext cx="1643700" cy="1535100"/>
          </a:xfrm>
          <a:prstGeom prst="rect">
            <a:avLst/>
          </a:prstGeom>
          <a:noFill/>
          <a:ln>
            <a:noFill/>
          </a:ln>
        </p:spPr>
      </p:sp>
      <p:sp>
        <p:nvSpPr>
          <p:cNvPr id="426" name="Google Shape;426;p40"/>
          <p:cNvSpPr>
            <a:spLocks noGrp="1"/>
          </p:cNvSpPr>
          <p:nvPr>
            <p:ph type="pic" idx="5"/>
          </p:nvPr>
        </p:nvSpPr>
        <p:spPr>
          <a:xfrm>
            <a:off x="3389588" y="1804212"/>
            <a:ext cx="1643700" cy="1535100"/>
          </a:xfrm>
          <a:prstGeom prst="rect">
            <a:avLst/>
          </a:prstGeom>
          <a:noFill/>
          <a:ln>
            <a:noFill/>
          </a:ln>
        </p:spPr>
      </p:sp>
      <p:sp>
        <p:nvSpPr>
          <p:cNvPr id="427" name="Google Shape;427;p40"/>
          <p:cNvSpPr>
            <a:spLocks noGrp="1"/>
          </p:cNvSpPr>
          <p:nvPr>
            <p:ph type="pic" idx="6"/>
          </p:nvPr>
        </p:nvSpPr>
        <p:spPr>
          <a:xfrm>
            <a:off x="5195922" y="1804212"/>
            <a:ext cx="1643700" cy="1535100"/>
          </a:xfrm>
          <a:prstGeom prst="rect">
            <a:avLst/>
          </a:prstGeom>
          <a:noFill/>
          <a:ln>
            <a:noFill/>
          </a:ln>
        </p:spPr>
      </p:sp>
      <p:sp>
        <p:nvSpPr>
          <p:cNvPr id="428" name="Google Shape;428;p40"/>
          <p:cNvSpPr>
            <a:spLocks noGrp="1"/>
          </p:cNvSpPr>
          <p:nvPr>
            <p:ph type="pic" idx="7"/>
          </p:nvPr>
        </p:nvSpPr>
        <p:spPr>
          <a:xfrm>
            <a:off x="7002257" y="1804212"/>
            <a:ext cx="1643700" cy="1535100"/>
          </a:xfrm>
          <a:prstGeom prst="rect">
            <a:avLst/>
          </a:prstGeom>
          <a:noFill/>
          <a:ln>
            <a:noFill/>
          </a:ln>
        </p:spPr>
      </p:sp>
      <p:sp>
        <p:nvSpPr>
          <p:cNvPr id="429" name="Google Shape;429;p40"/>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0" name="Google Shape;430;p40"/>
          <p:cNvSpPr>
            <a:spLocks noGrp="1"/>
          </p:cNvSpPr>
          <p:nvPr>
            <p:ph type="pic" idx="8"/>
          </p:nvPr>
        </p:nvSpPr>
        <p:spPr>
          <a:xfrm>
            <a:off x="3389588" y="3489487"/>
            <a:ext cx="1643700" cy="1535100"/>
          </a:xfrm>
          <a:prstGeom prst="rect">
            <a:avLst/>
          </a:prstGeom>
          <a:noFill/>
          <a:ln>
            <a:noFill/>
          </a:ln>
        </p:spPr>
      </p:sp>
      <p:sp>
        <p:nvSpPr>
          <p:cNvPr id="431" name="Google Shape;431;p40"/>
          <p:cNvSpPr>
            <a:spLocks noGrp="1"/>
          </p:cNvSpPr>
          <p:nvPr>
            <p:ph type="pic" idx="9"/>
          </p:nvPr>
        </p:nvSpPr>
        <p:spPr>
          <a:xfrm>
            <a:off x="5195922" y="3489487"/>
            <a:ext cx="1643700" cy="1535100"/>
          </a:xfrm>
          <a:prstGeom prst="rect">
            <a:avLst/>
          </a:prstGeom>
          <a:noFill/>
          <a:ln>
            <a:noFill/>
          </a:ln>
        </p:spPr>
      </p:sp>
      <p:sp>
        <p:nvSpPr>
          <p:cNvPr id="432" name="Google Shape;432;p40"/>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ustom title only">
  <p:cSld name="BLANK_1_1_1_1">
    <p:spTree>
      <p:nvGrpSpPr>
        <p:cNvPr id="1" name="Shape 437"/>
        <p:cNvGrpSpPr/>
        <p:nvPr/>
      </p:nvGrpSpPr>
      <p:grpSpPr>
        <a:xfrm>
          <a:off x="0" y="0"/>
          <a:ext cx="0" cy="0"/>
          <a:chOff x="0" y="0"/>
          <a:chExt cx="0" cy="0"/>
        </a:xfrm>
      </p:grpSpPr>
      <p:sp>
        <p:nvSpPr>
          <p:cNvPr id="438" name="Google Shape;438;p42"/>
          <p:cNvSpPr txBox="1">
            <a:spLocks noGrp="1"/>
          </p:cNvSpPr>
          <p:nvPr>
            <p:ph type="title"/>
          </p:nvPr>
        </p:nvSpPr>
        <p:spPr>
          <a:xfrm>
            <a:off x="361975" y="957403"/>
            <a:ext cx="56274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439" name="Google Shape;439;p4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40" name="Google Shape;440;p42"/>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3 Columns">
  <p:cSld name="BLANK_1_1_1_1_3">
    <p:spTree>
      <p:nvGrpSpPr>
        <p:cNvPr id="1" name="Shape 441"/>
        <p:cNvGrpSpPr/>
        <p:nvPr/>
      </p:nvGrpSpPr>
      <p:grpSpPr>
        <a:xfrm>
          <a:off x="0" y="0"/>
          <a:ext cx="0" cy="0"/>
          <a:chOff x="0" y="0"/>
          <a:chExt cx="0" cy="0"/>
        </a:xfrm>
      </p:grpSpPr>
      <p:sp>
        <p:nvSpPr>
          <p:cNvPr id="442" name="Google Shape;442;p43"/>
          <p:cNvSpPr txBox="1">
            <a:spLocks noGrp="1"/>
          </p:cNvSpPr>
          <p:nvPr>
            <p:ph type="title"/>
          </p:nvPr>
        </p:nvSpPr>
        <p:spPr>
          <a:xfrm>
            <a:off x="361975" y="957403"/>
            <a:ext cx="56274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443" name="Google Shape;443;p4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44" name="Google Shape;444;p43"/>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445" name="Google Shape;445;p43"/>
          <p:cNvSpPr txBox="1">
            <a:spLocks noGrp="1"/>
          </p:cNvSpPr>
          <p:nvPr>
            <p:ph type="subTitle" idx="2"/>
          </p:nvPr>
        </p:nvSpPr>
        <p:spPr>
          <a:xfrm>
            <a:off x="362125"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43"/>
          <p:cNvSpPr txBox="1">
            <a:spLocks noGrp="1"/>
          </p:cNvSpPr>
          <p:nvPr>
            <p:ph type="subTitle" idx="3"/>
          </p:nvPr>
        </p:nvSpPr>
        <p:spPr>
          <a:xfrm>
            <a:off x="3154650"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7" name="Google Shape;447;p43"/>
          <p:cNvSpPr txBox="1">
            <a:spLocks noGrp="1"/>
          </p:cNvSpPr>
          <p:nvPr>
            <p:ph type="subTitle" idx="4"/>
          </p:nvPr>
        </p:nvSpPr>
        <p:spPr>
          <a:xfrm>
            <a:off x="6216650"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8" name="Google Shape;448;p43"/>
          <p:cNvSpPr txBox="1">
            <a:spLocks noGrp="1"/>
          </p:cNvSpPr>
          <p:nvPr>
            <p:ph type="subTitle" idx="5"/>
          </p:nvPr>
        </p:nvSpPr>
        <p:spPr>
          <a:xfrm>
            <a:off x="362125" y="2206700"/>
            <a:ext cx="2575800" cy="12483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eyebrow ">
  <p:cSld name="BLANK_1_1_1_1_2_1">
    <p:spTree>
      <p:nvGrpSpPr>
        <p:cNvPr id="1" name="Shape 449"/>
        <p:cNvGrpSpPr/>
        <p:nvPr/>
      </p:nvGrpSpPr>
      <p:grpSpPr>
        <a:xfrm>
          <a:off x="0" y="0"/>
          <a:ext cx="0" cy="0"/>
          <a:chOff x="0" y="0"/>
          <a:chExt cx="0" cy="0"/>
        </a:xfrm>
      </p:grpSpPr>
      <p:sp>
        <p:nvSpPr>
          <p:cNvPr id="450" name="Google Shape;450;p4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51" name="Google Shape;451;p44"/>
          <p:cNvSpPr txBox="1">
            <a:spLocks noGrp="1"/>
          </p:cNvSpPr>
          <p:nvPr>
            <p:ph type="title"/>
          </p:nvPr>
        </p:nvSpPr>
        <p:spPr>
          <a:xfrm>
            <a:off x="361975" y="988557"/>
            <a:ext cx="50184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452" name="Google Shape;452;p44"/>
          <p:cNvSpPr txBox="1">
            <a:spLocks noGrp="1"/>
          </p:cNvSpPr>
          <p:nvPr>
            <p:ph type="subTitle" idx="1"/>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3" name="Google Shape;453;p44"/>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ustom agenda">
  <p:cSld name="BLANK_1_1_1_1_1_1_1_1_1_1_1">
    <p:bg>
      <p:bgPr>
        <a:solidFill>
          <a:schemeClr val="lt1"/>
        </a:solidFill>
        <a:effectLst/>
      </p:bgPr>
    </p:bg>
    <p:spTree>
      <p:nvGrpSpPr>
        <p:cNvPr id="1" name="Shape 454"/>
        <p:cNvGrpSpPr/>
        <p:nvPr/>
      </p:nvGrpSpPr>
      <p:grpSpPr>
        <a:xfrm>
          <a:off x="0" y="0"/>
          <a:ext cx="0" cy="0"/>
          <a:chOff x="0" y="0"/>
          <a:chExt cx="0" cy="0"/>
        </a:xfrm>
      </p:grpSpPr>
      <p:sp>
        <p:nvSpPr>
          <p:cNvPr id="455" name="Google Shape;455;p45"/>
          <p:cNvSpPr txBox="1">
            <a:spLocks noGrp="1"/>
          </p:cNvSpPr>
          <p:nvPr>
            <p:ph type="subTitle" idx="1"/>
          </p:nvPr>
        </p:nvSpPr>
        <p:spPr>
          <a:xfrm>
            <a:off x="361975" y="2841984"/>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56" name="Google Shape;456;p45"/>
          <p:cNvSpPr txBox="1">
            <a:spLocks noGrp="1"/>
          </p:cNvSpPr>
          <p:nvPr>
            <p:ph type="title"/>
          </p:nvPr>
        </p:nvSpPr>
        <p:spPr>
          <a:xfrm>
            <a:off x="361975" y="962100"/>
            <a:ext cx="4163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457" name="Google Shape;457;p4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58" name="Google Shape;458;p45"/>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459" name="Google Shape;459;p45"/>
          <p:cNvSpPr txBox="1">
            <a:spLocks noGrp="1"/>
          </p:cNvSpPr>
          <p:nvPr>
            <p:ph type="subTitle" idx="3"/>
          </p:nvPr>
        </p:nvSpPr>
        <p:spPr>
          <a:xfrm>
            <a:off x="4909675" y="2841984"/>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60" name="Google Shape;460;p45"/>
          <p:cNvSpPr txBox="1">
            <a:spLocks noGrp="1"/>
          </p:cNvSpPr>
          <p:nvPr>
            <p:ph type="subTitle" idx="4"/>
          </p:nvPr>
        </p:nvSpPr>
        <p:spPr>
          <a:xfrm>
            <a:off x="361975" y="3493626"/>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61" name="Google Shape;461;p45"/>
          <p:cNvSpPr txBox="1">
            <a:spLocks noGrp="1"/>
          </p:cNvSpPr>
          <p:nvPr>
            <p:ph type="subTitle" idx="5"/>
          </p:nvPr>
        </p:nvSpPr>
        <p:spPr>
          <a:xfrm>
            <a:off x="4909675" y="3493626"/>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62" name="Google Shape;462;p45"/>
          <p:cNvSpPr txBox="1">
            <a:spLocks noGrp="1"/>
          </p:cNvSpPr>
          <p:nvPr>
            <p:ph type="subTitle" idx="6"/>
          </p:nvPr>
        </p:nvSpPr>
        <p:spPr>
          <a:xfrm>
            <a:off x="361975" y="4145267"/>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63" name="Google Shape;463;p45"/>
          <p:cNvSpPr txBox="1">
            <a:spLocks noGrp="1"/>
          </p:cNvSpPr>
          <p:nvPr>
            <p:ph type="subTitle" idx="7"/>
          </p:nvPr>
        </p:nvSpPr>
        <p:spPr>
          <a:xfrm>
            <a:off x="4909675" y="4145267"/>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big ideas - Horizontal - Light">
  <p:cSld name="BLANK_1_1_1_1_1_1_1_1_1_1_1_1_1_1_2">
    <p:bg>
      <p:bgPr>
        <a:solidFill>
          <a:schemeClr val="accent6"/>
        </a:solidFill>
        <a:effectLst/>
      </p:bgPr>
    </p:bg>
    <p:spTree>
      <p:nvGrpSpPr>
        <p:cNvPr id="1" name="Shape 464"/>
        <p:cNvGrpSpPr/>
        <p:nvPr/>
      </p:nvGrpSpPr>
      <p:grpSpPr>
        <a:xfrm>
          <a:off x="0" y="0"/>
          <a:ext cx="0" cy="0"/>
          <a:chOff x="0" y="0"/>
          <a:chExt cx="0" cy="0"/>
        </a:xfrm>
      </p:grpSpPr>
      <p:sp>
        <p:nvSpPr>
          <p:cNvPr id="465" name="Google Shape;465;p46"/>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u="sng"/>
          </a:p>
        </p:txBody>
      </p:sp>
      <p:sp>
        <p:nvSpPr>
          <p:cNvPr id="466" name="Google Shape;466;p46"/>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7" name="Google Shape;467;p46"/>
          <p:cNvSpPr txBox="1">
            <a:spLocks noGrp="1"/>
          </p:cNvSpPr>
          <p:nvPr>
            <p:ph type="body" idx="2"/>
          </p:nvPr>
        </p:nvSpPr>
        <p:spPr>
          <a:xfrm>
            <a:off x="4845475" y="1361028"/>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468" name="Google Shape;468;p46"/>
          <p:cNvSpPr txBox="1">
            <a:spLocks noGrp="1"/>
          </p:cNvSpPr>
          <p:nvPr>
            <p:ph type="subTitle" idx="3"/>
          </p:nvPr>
        </p:nvSpPr>
        <p:spPr>
          <a:xfrm>
            <a:off x="4845475" y="102837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469" name="Google Shape;469;p46"/>
          <p:cNvSpPr txBox="1">
            <a:spLocks noGrp="1"/>
          </p:cNvSpPr>
          <p:nvPr>
            <p:ph type="body" idx="4"/>
          </p:nvPr>
        </p:nvSpPr>
        <p:spPr>
          <a:xfrm>
            <a:off x="4845475" y="2595865"/>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470" name="Google Shape;470;p46"/>
          <p:cNvSpPr txBox="1">
            <a:spLocks noGrp="1"/>
          </p:cNvSpPr>
          <p:nvPr>
            <p:ph type="subTitle" idx="5"/>
          </p:nvPr>
        </p:nvSpPr>
        <p:spPr>
          <a:xfrm>
            <a:off x="4845475" y="2263215"/>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471" name="Google Shape;471;p46"/>
          <p:cNvSpPr txBox="1">
            <a:spLocks noGrp="1"/>
          </p:cNvSpPr>
          <p:nvPr>
            <p:ph type="body" idx="6"/>
          </p:nvPr>
        </p:nvSpPr>
        <p:spPr>
          <a:xfrm>
            <a:off x="4845475" y="3870078"/>
            <a:ext cx="3382500" cy="4314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472" name="Google Shape;472;p46"/>
          <p:cNvSpPr txBox="1">
            <a:spLocks noGrp="1"/>
          </p:cNvSpPr>
          <p:nvPr>
            <p:ph type="subTitle" idx="7"/>
          </p:nvPr>
        </p:nvSpPr>
        <p:spPr>
          <a:xfrm>
            <a:off x="4845475" y="3537427"/>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473" name="Google Shape;473;p46"/>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474" name="Google Shape;474;p46"/>
          <p:cNvSpPr txBox="1">
            <a:spLocks noGrp="1"/>
          </p:cNvSpPr>
          <p:nvPr>
            <p:ph type="subTitle" idx="8"/>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ree big ideas - Horizontal - Light - Alt 1">
  <p:cSld name="BLANK_1_1_1_1_1_1_1_1_1_1_1_1_1_1_2_2">
    <p:bg>
      <p:bgPr>
        <a:solidFill>
          <a:schemeClr val="accent6"/>
        </a:solidFill>
        <a:effectLst/>
      </p:bgPr>
    </p:bg>
    <p:spTree>
      <p:nvGrpSpPr>
        <p:cNvPr id="1" name="Shape 475"/>
        <p:cNvGrpSpPr/>
        <p:nvPr/>
      </p:nvGrpSpPr>
      <p:grpSpPr>
        <a:xfrm>
          <a:off x="0" y="0"/>
          <a:ext cx="0" cy="0"/>
          <a:chOff x="0" y="0"/>
          <a:chExt cx="0" cy="0"/>
        </a:xfrm>
      </p:grpSpPr>
      <p:sp>
        <p:nvSpPr>
          <p:cNvPr id="476" name="Google Shape;476;p47"/>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7" name="Google Shape;477;p47"/>
          <p:cNvSpPr txBox="1">
            <a:spLocks noGrp="1"/>
          </p:cNvSpPr>
          <p:nvPr>
            <p:ph type="body" idx="2"/>
          </p:nvPr>
        </p:nvSpPr>
        <p:spPr>
          <a:xfrm>
            <a:off x="4845475" y="998689"/>
            <a:ext cx="3382500" cy="5877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478" name="Google Shape;478;p47"/>
          <p:cNvSpPr txBox="1">
            <a:spLocks noGrp="1"/>
          </p:cNvSpPr>
          <p:nvPr>
            <p:ph type="subTitle" idx="3"/>
          </p:nvPr>
        </p:nvSpPr>
        <p:spPr>
          <a:xfrm>
            <a:off x="4845475" y="666041"/>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479" name="Google Shape;479;p47"/>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480" name="Google Shape;480;p47"/>
          <p:cNvSpPr txBox="1">
            <a:spLocks noGrp="1"/>
          </p:cNvSpPr>
          <p:nvPr>
            <p:ph type="subTitle" idx="4"/>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1" name="Google Shape;481;p47"/>
          <p:cNvSpPr txBox="1">
            <a:spLocks noGrp="1"/>
          </p:cNvSpPr>
          <p:nvPr>
            <p:ph type="body" idx="5"/>
          </p:nvPr>
        </p:nvSpPr>
        <p:spPr>
          <a:xfrm>
            <a:off x="4845475" y="3927439"/>
            <a:ext cx="3382500" cy="5877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482" name="Google Shape;482;p47"/>
          <p:cNvSpPr txBox="1">
            <a:spLocks noGrp="1"/>
          </p:cNvSpPr>
          <p:nvPr>
            <p:ph type="subTitle" idx="6"/>
          </p:nvPr>
        </p:nvSpPr>
        <p:spPr>
          <a:xfrm>
            <a:off x="4845475" y="3594791"/>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483" name="Google Shape;483;p47"/>
          <p:cNvSpPr txBox="1">
            <a:spLocks noGrp="1"/>
          </p:cNvSpPr>
          <p:nvPr>
            <p:ph type="body" idx="7"/>
          </p:nvPr>
        </p:nvSpPr>
        <p:spPr>
          <a:xfrm>
            <a:off x="4845475" y="2431037"/>
            <a:ext cx="3382500" cy="5877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484" name="Google Shape;484;p47"/>
          <p:cNvSpPr txBox="1">
            <a:spLocks noGrp="1"/>
          </p:cNvSpPr>
          <p:nvPr>
            <p:ph type="subTitle" idx="8"/>
          </p:nvPr>
        </p:nvSpPr>
        <p:spPr>
          <a:xfrm>
            <a:off x="4845475" y="2098390"/>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485" name="Google Shape;485;p47"/>
          <p:cNvSpPr txBox="1">
            <a:spLocks noGrp="1"/>
          </p:cNvSpPr>
          <p:nvPr>
            <p:ph type="body" idx="9"/>
          </p:nvPr>
        </p:nvSpPr>
        <p:spPr>
          <a:xfrm>
            <a:off x="356100" y="3243900"/>
            <a:ext cx="2798700" cy="13344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big ideas - Horizontal - Dark">
  <p:cSld name="BLANK_1_1_1_1_1_1_1_1_1_1_1_1_1_1_2_1">
    <p:bg>
      <p:bgPr>
        <a:solidFill>
          <a:schemeClr val="lt1"/>
        </a:solidFill>
        <a:effectLst/>
      </p:bgPr>
    </p:bg>
    <p:spTree>
      <p:nvGrpSpPr>
        <p:cNvPr id="1" name="Shape 486"/>
        <p:cNvGrpSpPr/>
        <p:nvPr/>
      </p:nvGrpSpPr>
      <p:grpSpPr>
        <a:xfrm>
          <a:off x="0" y="0"/>
          <a:ext cx="0" cy="0"/>
          <a:chOff x="0" y="0"/>
          <a:chExt cx="0" cy="0"/>
        </a:xfrm>
      </p:grpSpPr>
      <p:sp>
        <p:nvSpPr>
          <p:cNvPr id="487" name="Google Shape;487;p48"/>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88" name="Google Shape;488;p48"/>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489" name="Google Shape;489;p48"/>
          <p:cNvSpPr txBox="1">
            <a:spLocks noGrp="1"/>
          </p:cNvSpPr>
          <p:nvPr>
            <p:ph type="body" idx="2"/>
          </p:nvPr>
        </p:nvSpPr>
        <p:spPr>
          <a:xfrm>
            <a:off x="4845475" y="1361028"/>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490" name="Google Shape;490;p48"/>
          <p:cNvSpPr txBox="1">
            <a:spLocks noGrp="1"/>
          </p:cNvSpPr>
          <p:nvPr>
            <p:ph type="subTitle" idx="3"/>
          </p:nvPr>
        </p:nvSpPr>
        <p:spPr>
          <a:xfrm>
            <a:off x="4845475" y="102837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491" name="Google Shape;491;p48"/>
          <p:cNvSpPr txBox="1">
            <a:spLocks noGrp="1"/>
          </p:cNvSpPr>
          <p:nvPr>
            <p:ph type="body" idx="4"/>
          </p:nvPr>
        </p:nvSpPr>
        <p:spPr>
          <a:xfrm>
            <a:off x="4845475" y="2595865"/>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492" name="Google Shape;492;p48"/>
          <p:cNvSpPr txBox="1">
            <a:spLocks noGrp="1"/>
          </p:cNvSpPr>
          <p:nvPr>
            <p:ph type="subTitle" idx="5"/>
          </p:nvPr>
        </p:nvSpPr>
        <p:spPr>
          <a:xfrm>
            <a:off x="4845475" y="2263215"/>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493" name="Google Shape;493;p48"/>
          <p:cNvSpPr txBox="1">
            <a:spLocks noGrp="1"/>
          </p:cNvSpPr>
          <p:nvPr>
            <p:ph type="body" idx="6"/>
          </p:nvPr>
        </p:nvSpPr>
        <p:spPr>
          <a:xfrm>
            <a:off x="4845475" y="3870078"/>
            <a:ext cx="3382500" cy="4314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Font typeface="DM Sans"/>
              <a:buChar char="●"/>
              <a:defRPr sz="1000"/>
            </a:lvl1pPr>
            <a:lvl2pPr marL="914400" lvl="1" indent="-292100">
              <a:lnSpc>
                <a:spcPct val="100000"/>
              </a:lnSpc>
              <a:spcBef>
                <a:spcPts val="800"/>
              </a:spcBef>
              <a:spcAft>
                <a:spcPts val="0"/>
              </a:spcAft>
              <a:buSzPts val="1000"/>
              <a:buFont typeface="DM Sans"/>
              <a:buChar char="○"/>
              <a:defRPr sz="1000"/>
            </a:lvl2pPr>
            <a:lvl3pPr marL="1371600" lvl="2" indent="-292100">
              <a:lnSpc>
                <a:spcPct val="100000"/>
              </a:lnSpc>
              <a:spcBef>
                <a:spcPts val="800"/>
              </a:spcBef>
              <a:spcAft>
                <a:spcPts val="0"/>
              </a:spcAft>
              <a:buSzPts val="1000"/>
              <a:buFont typeface="DM Sans"/>
              <a:buChar char="■"/>
              <a:defRPr sz="1000"/>
            </a:lvl3pPr>
            <a:lvl4pPr marL="1828800" lvl="3" indent="-292100">
              <a:lnSpc>
                <a:spcPct val="100000"/>
              </a:lnSpc>
              <a:spcBef>
                <a:spcPts val="800"/>
              </a:spcBef>
              <a:spcAft>
                <a:spcPts val="0"/>
              </a:spcAft>
              <a:buSzPts val="1000"/>
              <a:buFont typeface="DM Sans"/>
              <a:buChar char="●"/>
              <a:defRPr sz="1000"/>
            </a:lvl4pPr>
            <a:lvl5pPr marL="2286000" lvl="4" indent="-292100">
              <a:lnSpc>
                <a:spcPct val="100000"/>
              </a:lnSpc>
              <a:spcBef>
                <a:spcPts val="800"/>
              </a:spcBef>
              <a:spcAft>
                <a:spcPts val="0"/>
              </a:spcAft>
              <a:buSzPts val="1000"/>
              <a:buFont typeface="DM Sans"/>
              <a:buChar char="○"/>
              <a:defRPr sz="1000"/>
            </a:lvl5pPr>
            <a:lvl6pPr marL="2743200" lvl="5" indent="-292100">
              <a:lnSpc>
                <a:spcPct val="100000"/>
              </a:lnSpc>
              <a:spcBef>
                <a:spcPts val="800"/>
              </a:spcBef>
              <a:spcAft>
                <a:spcPts val="0"/>
              </a:spcAft>
              <a:buSzPts val="1000"/>
              <a:buFont typeface="DM Sans"/>
              <a:buChar char="■"/>
              <a:defRPr sz="1000"/>
            </a:lvl6pPr>
            <a:lvl7pPr marL="3200400" lvl="6" indent="-292100">
              <a:lnSpc>
                <a:spcPct val="100000"/>
              </a:lnSpc>
              <a:spcBef>
                <a:spcPts val="800"/>
              </a:spcBef>
              <a:spcAft>
                <a:spcPts val="0"/>
              </a:spcAft>
              <a:buSzPts val="1000"/>
              <a:buFont typeface="DM Sans"/>
              <a:buChar char="●"/>
              <a:defRPr sz="1000"/>
            </a:lvl7pPr>
            <a:lvl8pPr marL="3657600" lvl="7" indent="-292100">
              <a:lnSpc>
                <a:spcPct val="100000"/>
              </a:lnSpc>
              <a:spcBef>
                <a:spcPts val="800"/>
              </a:spcBef>
              <a:spcAft>
                <a:spcPts val="0"/>
              </a:spcAft>
              <a:buSzPts val="1000"/>
              <a:buFont typeface="DM Sans"/>
              <a:buChar char="○"/>
              <a:defRPr sz="1000"/>
            </a:lvl8pPr>
            <a:lvl9pPr marL="4114800" lvl="8" indent="-292100">
              <a:lnSpc>
                <a:spcPct val="100000"/>
              </a:lnSpc>
              <a:spcBef>
                <a:spcPts val="800"/>
              </a:spcBef>
              <a:spcAft>
                <a:spcPts val="800"/>
              </a:spcAft>
              <a:buSzPts val="1000"/>
              <a:buFont typeface="DM Sans"/>
              <a:buChar char="■"/>
              <a:defRPr sz="1000"/>
            </a:lvl9pPr>
          </a:lstStyle>
          <a:p>
            <a:endParaRPr/>
          </a:p>
        </p:txBody>
      </p:sp>
      <p:sp>
        <p:nvSpPr>
          <p:cNvPr id="494" name="Google Shape;494;p48"/>
          <p:cNvSpPr txBox="1">
            <a:spLocks noGrp="1"/>
          </p:cNvSpPr>
          <p:nvPr>
            <p:ph type="subTitle" idx="7"/>
          </p:nvPr>
        </p:nvSpPr>
        <p:spPr>
          <a:xfrm>
            <a:off x="4845475" y="353742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495" name="Google Shape;495;p48"/>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496" name="Google Shape;496;p48"/>
          <p:cNvSpPr txBox="1">
            <a:spLocks noGrp="1"/>
          </p:cNvSpPr>
          <p:nvPr>
            <p:ph type="subTitle" idx="8"/>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ustom four big ideas">
  <p:cSld name="BLANK_1_1_1_1_1_1_1_1_1_1_1_1_1_1_1">
    <p:bg>
      <p:bgPr>
        <a:solidFill>
          <a:schemeClr val="lt1"/>
        </a:solidFill>
        <a:effectLst/>
      </p:bgPr>
    </p:bg>
    <p:spTree>
      <p:nvGrpSpPr>
        <p:cNvPr id="1" name="Shape 497"/>
        <p:cNvGrpSpPr/>
        <p:nvPr/>
      </p:nvGrpSpPr>
      <p:grpSpPr>
        <a:xfrm>
          <a:off x="0" y="0"/>
          <a:ext cx="0" cy="0"/>
          <a:chOff x="0" y="0"/>
          <a:chExt cx="0" cy="0"/>
        </a:xfrm>
      </p:grpSpPr>
      <p:sp>
        <p:nvSpPr>
          <p:cNvPr id="498" name="Google Shape;498;p49"/>
          <p:cNvSpPr txBox="1">
            <a:spLocks noGrp="1"/>
          </p:cNvSpPr>
          <p:nvPr>
            <p:ph type="body" idx="1"/>
          </p:nvPr>
        </p:nvSpPr>
        <p:spPr>
          <a:xfrm>
            <a:off x="2610420"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499" name="Google Shape;499;p49"/>
          <p:cNvSpPr txBox="1">
            <a:spLocks noGrp="1"/>
          </p:cNvSpPr>
          <p:nvPr>
            <p:ph type="subTitle" idx="2"/>
          </p:nvPr>
        </p:nvSpPr>
        <p:spPr>
          <a:xfrm>
            <a:off x="2610418" y="2169054"/>
            <a:ext cx="16458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500" name="Google Shape;500;p49"/>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01" name="Google Shape;501;p49"/>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02" name="Google Shape;502;p49"/>
          <p:cNvSpPr txBox="1">
            <a:spLocks noGrp="1"/>
          </p:cNvSpPr>
          <p:nvPr>
            <p:ph type="body" idx="4"/>
          </p:nvPr>
        </p:nvSpPr>
        <p:spPr>
          <a:xfrm>
            <a:off x="4889772" y="2943375"/>
            <a:ext cx="1645800" cy="16080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503" name="Google Shape;503;p49"/>
          <p:cNvSpPr txBox="1">
            <a:spLocks noGrp="1"/>
          </p:cNvSpPr>
          <p:nvPr>
            <p:ph type="subTitle" idx="5"/>
          </p:nvPr>
        </p:nvSpPr>
        <p:spPr>
          <a:xfrm>
            <a:off x="4889774" y="2169054"/>
            <a:ext cx="1645800" cy="4527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504" name="Google Shape;504;p49"/>
          <p:cNvSpPr txBox="1">
            <a:spLocks noGrp="1"/>
          </p:cNvSpPr>
          <p:nvPr>
            <p:ph type="body" idx="6"/>
          </p:nvPr>
        </p:nvSpPr>
        <p:spPr>
          <a:xfrm>
            <a:off x="7130875"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505" name="Google Shape;505;p49"/>
          <p:cNvSpPr txBox="1">
            <a:spLocks noGrp="1"/>
          </p:cNvSpPr>
          <p:nvPr>
            <p:ph type="subTitle" idx="7"/>
          </p:nvPr>
        </p:nvSpPr>
        <p:spPr>
          <a:xfrm>
            <a:off x="7130874" y="2169054"/>
            <a:ext cx="16458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506" name="Google Shape;506;p49"/>
          <p:cNvSpPr txBox="1">
            <a:spLocks noGrp="1"/>
          </p:cNvSpPr>
          <p:nvPr>
            <p:ph type="body" idx="8"/>
          </p:nvPr>
        </p:nvSpPr>
        <p:spPr>
          <a:xfrm>
            <a:off x="360525"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507" name="Google Shape;507;p49"/>
          <p:cNvSpPr txBox="1">
            <a:spLocks noGrp="1"/>
          </p:cNvSpPr>
          <p:nvPr>
            <p:ph type="subTitle" idx="9"/>
          </p:nvPr>
        </p:nvSpPr>
        <p:spPr>
          <a:xfrm>
            <a:off x="360533" y="2169054"/>
            <a:ext cx="1645800" cy="4527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508" name="Google Shape;508;p49"/>
          <p:cNvSpPr txBox="1">
            <a:spLocks noGrp="1"/>
          </p:cNvSpPr>
          <p:nvPr>
            <p:ph type="subTitle" idx="1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a:endParaRPr/>
          </a:p>
        </p:txBody>
      </p:sp>
      <p:sp>
        <p:nvSpPr>
          <p:cNvPr id="509" name="Google Shape;509;p49"/>
          <p:cNvSpPr txBox="1">
            <a:spLocks noGrp="1"/>
          </p:cNvSpPr>
          <p:nvPr>
            <p:ph type="title"/>
          </p:nvPr>
        </p:nvSpPr>
        <p:spPr>
          <a:xfrm>
            <a:off x="1938175" y="988550"/>
            <a:ext cx="5267700" cy="587700"/>
          </a:xfrm>
          <a:prstGeom prst="rect">
            <a:avLst/>
          </a:prstGeom>
        </p:spPr>
        <p:txBody>
          <a:bodyPr spcFirstLastPara="1" wrap="square" lIns="0" tIns="0" rIns="0" bIns="0" anchor="t" anchorCtr="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3">
    <p:bg>
      <p:bgPr>
        <a:solidFill>
          <a:schemeClr val="accent2"/>
        </a:solidFill>
        <a:effectLst/>
      </p:bgPr>
    </p:bg>
    <p:spTree>
      <p:nvGrpSpPr>
        <p:cNvPr id="1" name="Shape 510"/>
        <p:cNvGrpSpPr/>
        <p:nvPr/>
      </p:nvGrpSpPr>
      <p:grpSpPr>
        <a:xfrm>
          <a:off x="0" y="0"/>
          <a:ext cx="0" cy="0"/>
          <a:chOff x="0" y="0"/>
          <a:chExt cx="0" cy="0"/>
        </a:xfrm>
      </p:grpSpPr>
      <p:sp>
        <p:nvSpPr>
          <p:cNvPr id="511" name="Google Shape;511;p5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12" name="Google Shape;512;p50"/>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3" name="Google Shape;513;p50"/>
          <p:cNvSpPr txBox="1">
            <a:spLocks noGrp="1"/>
          </p:cNvSpPr>
          <p:nvPr>
            <p:ph type="body" idx="2"/>
          </p:nvPr>
        </p:nvSpPr>
        <p:spPr>
          <a:xfrm>
            <a:off x="361975" y="3231275"/>
            <a:ext cx="1457400" cy="10776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marL="914400" lvl="1"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marL="1371600" lvl="2"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marL="1828800" lvl="3"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marL="2286000" lvl="4"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marL="2743200" lvl="5"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marL="3200400" lvl="6"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marL="3657600" lvl="7"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marL="4114800" lvl="8" indent="-2921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a:endParaRPr/>
          </a:p>
        </p:txBody>
      </p:sp>
      <p:sp>
        <p:nvSpPr>
          <p:cNvPr id="514" name="Google Shape;514;p50"/>
          <p:cNvSpPr txBox="1">
            <a:spLocks noGrp="1"/>
          </p:cNvSpPr>
          <p:nvPr>
            <p:ph type="subTitle" idx="3"/>
          </p:nvPr>
        </p:nvSpPr>
        <p:spPr>
          <a:xfrm>
            <a:off x="36197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15" name="Google Shape;515;p50"/>
          <p:cNvSpPr txBox="1">
            <a:spLocks noGrp="1"/>
          </p:cNvSpPr>
          <p:nvPr>
            <p:ph type="subTitle" idx="4"/>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16" name="Google Shape;516;p50"/>
          <p:cNvSpPr txBox="1">
            <a:spLocks noGrp="1"/>
          </p:cNvSpPr>
          <p:nvPr>
            <p:ph type="title"/>
          </p:nvPr>
        </p:nvSpPr>
        <p:spPr>
          <a:xfrm>
            <a:off x="1938175" y="988550"/>
            <a:ext cx="5267700" cy="587700"/>
          </a:xfrm>
          <a:prstGeom prst="rect">
            <a:avLst/>
          </a:prstGeom>
        </p:spPr>
        <p:txBody>
          <a:bodyPr spcFirstLastPara="1" wrap="square" lIns="0" tIns="0" rIns="0" bIns="0" anchor="t" anchorCtr="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a:endParaRPr/>
          </a:p>
        </p:txBody>
      </p:sp>
      <p:sp>
        <p:nvSpPr>
          <p:cNvPr id="517" name="Google Shape;517;p50"/>
          <p:cNvSpPr txBox="1">
            <a:spLocks noGrp="1"/>
          </p:cNvSpPr>
          <p:nvPr>
            <p:ph type="subTitle" idx="5"/>
          </p:nvPr>
        </p:nvSpPr>
        <p:spPr>
          <a:xfrm>
            <a:off x="731927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18" name="Google Shape;518;p50"/>
          <p:cNvSpPr txBox="1">
            <a:spLocks noGrp="1"/>
          </p:cNvSpPr>
          <p:nvPr>
            <p:ph type="body" idx="6"/>
          </p:nvPr>
        </p:nvSpPr>
        <p:spPr>
          <a:xfrm>
            <a:off x="2101300"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519" name="Google Shape;519;p50"/>
          <p:cNvSpPr txBox="1">
            <a:spLocks noGrp="1"/>
          </p:cNvSpPr>
          <p:nvPr>
            <p:ph type="body" idx="7"/>
          </p:nvPr>
        </p:nvSpPr>
        <p:spPr>
          <a:xfrm>
            <a:off x="3840625"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520" name="Google Shape;520;p50"/>
          <p:cNvSpPr txBox="1">
            <a:spLocks noGrp="1"/>
          </p:cNvSpPr>
          <p:nvPr>
            <p:ph type="body" idx="8"/>
          </p:nvPr>
        </p:nvSpPr>
        <p:spPr>
          <a:xfrm>
            <a:off x="5579950"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521" name="Google Shape;521;p50"/>
          <p:cNvSpPr txBox="1">
            <a:spLocks noGrp="1"/>
          </p:cNvSpPr>
          <p:nvPr>
            <p:ph type="subTitle" idx="9"/>
          </p:nvPr>
        </p:nvSpPr>
        <p:spPr>
          <a:xfrm>
            <a:off x="2101300"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22" name="Google Shape;522;p50"/>
          <p:cNvSpPr txBox="1">
            <a:spLocks noGrp="1"/>
          </p:cNvSpPr>
          <p:nvPr>
            <p:ph type="subTitle" idx="13"/>
          </p:nvPr>
        </p:nvSpPr>
        <p:spPr>
          <a:xfrm>
            <a:off x="384062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23" name="Google Shape;523;p50"/>
          <p:cNvSpPr txBox="1">
            <a:spLocks noGrp="1"/>
          </p:cNvSpPr>
          <p:nvPr>
            <p:ph type="subTitle" idx="14"/>
          </p:nvPr>
        </p:nvSpPr>
        <p:spPr>
          <a:xfrm>
            <a:off x="5579950"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524" name="Google Shape;524;p50"/>
          <p:cNvSpPr txBox="1">
            <a:spLocks noGrp="1"/>
          </p:cNvSpPr>
          <p:nvPr>
            <p:ph type="body" idx="15"/>
          </p:nvPr>
        </p:nvSpPr>
        <p:spPr>
          <a:xfrm>
            <a:off x="7319275"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Four big ideas - Alt 1">
  <p:cSld name="BLANK_1_1_1_1_1_1_1_1_1_1_1_1_1_1_1_2">
    <p:bg>
      <p:bgPr>
        <a:solidFill>
          <a:schemeClr val="lt1"/>
        </a:solidFill>
        <a:effectLst/>
      </p:bgPr>
    </p:bg>
    <p:spTree>
      <p:nvGrpSpPr>
        <p:cNvPr id="1" name="Shape 525"/>
        <p:cNvGrpSpPr/>
        <p:nvPr/>
      </p:nvGrpSpPr>
      <p:grpSpPr>
        <a:xfrm>
          <a:off x="0" y="0"/>
          <a:ext cx="0" cy="0"/>
          <a:chOff x="0" y="0"/>
          <a:chExt cx="0" cy="0"/>
        </a:xfrm>
      </p:grpSpPr>
      <p:sp>
        <p:nvSpPr>
          <p:cNvPr id="526" name="Google Shape;526;p5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27" name="Google Shape;527;p51"/>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28" name="Google Shape;528;p51"/>
          <p:cNvSpPr txBox="1">
            <a:spLocks noGrp="1"/>
          </p:cNvSpPr>
          <p:nvPr>
            <p:ph type="body" idx="2"/>
          </p:nvPr>
        </p:nvSpPr>
        <p:spPr>
          <a:xfrm>
            <a:off x="7130875"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529" name="Google Shape;529;p51"/>
          <p:cNvSpPr txBox="1">
            <a:spLocks noGrp="1"/>
          </p:cNvSpPr>
          <p:nvPr>
            <p:ph type="subTitle" idx="3"/>
          </p:nvPr>
        </p:nvSpPr>
        <p:spPr>
          <a:xfrm>
            <a:off x="7130875"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530" name="Google Shape;530;p51"/>
          <p:cNvSpPr txBox="1">
            <a:spLocks noGrp="1"/>
          </p:cNvSpPr>
          <p:nvPr>
            <p:ph type="subTitle" idx="4"/>
          </p:nvPr>
        </p:nvSpPr>
        <p:spPr>
          <a:xfrm>
            <a:off x="7130875"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531" name="Google Shape;531;p51"/>
          <p:cNvSpPr txBox="1">
            <a:spLocks noGrp="1"/>
          </p:cNvSpPr>
          <p:nvPr>
            <p:ph type="body" idx="5"/>
          </p:nvPr>
        </p:nvSpPr>
        <p:spPr>
          <a:xfrm>
            <a:off x="4892138"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532" name="Google Shape;532;p51"/>
          <p:cNvSpPr txBox="1">
            <a:spLocks noGrp="1"/>
          </p:cNvSpPr>
          <p:nvPr>
            <p:ph type="subTitle" idx="6"/>
          </p:nvPr>
        </p:nvSpPr>
        <p:spPr>
          <a:xfrm>
            <a:off x="4892138"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533" name="Google Shape;533;p51"/>
          <p:cNvSpPr txBox="1">
            <a:spLocks noGrp="1"/>
          </p:cNvSpPr>
          <p:nvPr>
            <p:ph type="subTitle" idx="7"/>
          </p:nvPr>
        </p:nvSpPr>
        <p:spPr>
          <a:xfrm>
            <a:off x="4892138"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534" name="Google Shape;534;p51"/>
          <p:cNvSpPr txBox="1">
            <a:spLocks noGrp="1"/>
          </p:cNvSpPr>
          <p:nvPr>
            <p:ph type="body" idx="8"/>
          </p:nvPr>
        </p:nvSpPr>
        <p:spPr>
          <a:xfrm>
            <a:off x="2607050" y="3628800"/>
            <a:ext cx="1645800" cy="6801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535" name="Google Shape;535;p51"/>
          <p:cNvSpPr txBox="1">
            <a:spLocks noGrp="1"/>
          </p:cNvSpPr>
          <p:nvPr>
            <p:ph type="subTitle" idx="9"/>
          </p:nvPr>
        </p:nvSpPr>
        <p:spPr>
          <a:xfrm>
            <a:off x="2607050"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536" name="Google Shape;536;p51"/>
          <p:cNvSpPr txBox="1">
            <a:spLocks noGrp="1"/>
          </p:cNvSpPr>
          <p:nvPr>
            <p:ph type="subTitle" idx="13"/>
          </p:nvPr>
        </p:nvSpPr>
        <p:spPr>
          <a:xfrm>
            <a:off x="2607050"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537" name="Google Shape;537;p51"/>
          <p:cNvSpPr txBox="1">
            <a:spLocks noGrp="1"/>
          </p:cNvSpPr>
          <p:nvPr>
            <p:ph type="body" idx="14"/>
          </p:nvPr>
        </p:nvSpPr>
        <p:spPr>
          <a:xfrm>
            <a:off x="361975"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538" name="Google Shape;538;p51"/>
          <p:cNvSpPr txBox="1">
            <a:spLocks noGrp="1"/>
          </p:cNvSpPr>
          <p:nvPr>
            <p:ph type="subTitle" idx="15"/>
          </p:nvPr>
        </p:nvSpPr>
        <p:spPr>
          <a:xfrm>
            <a:off x="361975"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539" name="Google Shape;539;p51"/>
          <p:cNvSpPr txBox="1">
            <a:spLocks noGrp="1"/>
          </p:cNvSpPr>
          <p:nvPr>
            <p:ph type="subTitle" idx="16"/>
          </p:nvPr>
        </p:nvSpPr>
        <p:spPr>
          <a:xfrm>
            <a:off x="361975"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540" name="Google Shape;540;p51"/>
          <p:cNvSpPr txBox="1">
            <a:spLocks noGrp="1"/>
          </p:cNvSpPr>
          <p:nvPr>
            <p:ph type="subTitle" idx="17"/>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a:endParaRPr/>
          </a:p>
        </p:txBody>
      </p:sp>
      <p:sp>
        <p:nvSpPr>
          <p:cNvPr id="541" name="Google Shape;541;p51"/>
          <p:cNvSpPr txBox="1">
            <a:spLocks noGrp="1"/>
          </p:cNvSpPr>
          <p:nvPr>
            <p:ph type="title"/>
          </p:nvPr>
        </p:nvSpPr>
        <p:spPr>
          <a:xfrm>
            <a:off x="1406600" y="988557"/>
            <a:ext cx="6330900" cy="5877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ver">
  <p:cSld name="CUSTOM_7_1_1_1_1_1_1_1_1_1_1_1_1_1_1_1_1">
    <p:bg>
      <p:bgPr>
        <a:solidFill>
          <a:schemeClr val="lt1"/>
        </a:solidFill>
        <a:effectLst/>
      </p:bgPr>
    </p:bg>
    <p:spTree>
      <p:nvGrpSpPr>
        <p:cNvPr id="1" name="Shape 542"/>
        <p:cNvGrpSpPr/>
        <p:nvPr/>
      </p:nvGrpSpPr>
      <p:grpSpPr>
        <a:xfrm>
          <a:off x="0" y="0"/>
          <a:ext cx="0" cy="0"/>
          <a:chOff x="0" y="0"/>
          <a:chExt cx="0" cy="0"/>
        </a:xfrm>
      </p:grpSpPr>
      <p:sp>
        <p:nvSpPr>
          <p:cNvPr id="543" name="Google Shape;543;p52"/>
          <p:cNvSpPr>
            <a:spLocks noGrp="1"/>
          </p:cNvSpPr>
          <p:nvPr>
            <p:ph type="pic" idx="2"/>
          </p:nvPr>
        </p:nvSpPr>
        <p:spPr>
          <a:xfrm>
            <a:off x="4587725" y="-8750"/>
            <a:ext cx="4572000" cy="5152200"/>
          </a:xfrm>
          <a:prstGeom prst="rect">
            <a:avLst/>
          </a:prstGeom>
          <a:noFill/>
          <a:ln>
            <a:noFill/>
          </a:ln>
        </p:spPr>
        <p:txBody>
          <a:bodyPr/>
          <a:lstStyle/>
          <a:p>
            <a:endParaRPr lang="en-US"/>
          </a:p>
        </p:txBody>
      </p:sp>
      <p:sp>
        <p:nvSpPr>
          <p:cNvPr id="544" name="Google Shape;544;p52"/>
          <p:cNvSpPr txBox="1">
            <a:spLocks noGrp="1"/>
          </p:cNvSpPr>
          <p:nvPr>
            <p:ph type="title"/>
          </p:nvPr>
        </p:nvSpPr>
        <p:spPr>
          <a:xfrm>
            <a:off x="361975" y="923525"/>
            <a:ext cx="3860100" cy="5877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a:endParaRPr/>
          </a:p>
        </p:txBody>
      </p:sp>
      <p:sp>
        <p:nvSpPr>
          <p:cNvPr id="545" name="Google Shape;545;p52"/>
          <p:cNvSpPr txBox="1">
            <a:spLocks noGrp="1"/>
          </p:cNvSpPr>
          <p:nvPr>
            <p:ph type="subTitle" idx="1"/>
          </p:nvPr>
        </p:nvSpPr>
        <p:spPr>
          <a:xfrm>
            <a:off x="361975" y="255533"/>
            <a:ext cx="3860100" cy="377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a:endParaRPr/>
          </a:p>
        </p:txBody>
      </p:sp>
      <p:sp>
        <p:nvSpPr>
          <p:cNvPr id="546" name="Google Shape;546;p52"/>
          <p:cNvSpPr txBox="1">
            <a:spLocks noGrp="1"/>
          </p:cNvSpPr>
          <p:nvPr>
            <p:ph type="body" idx="3"/>
          </p:nvPr>
        </p:nvSpPr>
        <p:spPr>
          <a:xfrm>
            <a:off x="547575" y="3337797"/>
            <a:ext cx="3492600" cy="1327500"/>
          </a:xfrm>
          <a:prstGeom prst="rect">
            <a:avLst/>
          </a:prstGeom>
        </p:spPr>
        <p:txBody>
          <a:bodyPr spcFirstLastPara="1" wrap="square" lIns="91425" tIns="91425" rIns="91425" bIns="91425" anchor="b" anchorCtr="0">
            <a:noAutofit/>
          </a:bodyPr>
          <a:lstStyle>
            <a:lvl1pPr marL="457200" lvl="0" indent="-2921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Header and Four steps">
  <p:cSld name="CUSTOM_7_1_1_1_1_1_1_1_1_1_1_1_1_1_1_1_1_1_2">
    <p:bg>
      <p:bgPr>
        <a:solidFill>
          <a:schemeClr val="lt1"/>
        </a:solidFill>
        <a:effectLst/>
      </p:bgPr>
    </p:bg>
    <p:spTree>
      <p:nvGrpSpPr>
        <p:cNvPr id="1" name="Shape 547"/>
        <p:cNvGrpSpPr/>
        <p:nvPr/>
      </p:nvGrpSpPr>
      <p:grpSpPr>
        <a:xfrm>
          <a:off x="0" y="0"/>
          <a:ext cx="0" cy="0"/>
          <a:chOff x="0" y="0"/>
          <a:chExt cx="0" cy="0"/>
        </a:xfrm>
      </p:grpSpPr>
      <p:sp>
        <p:nvSpPr>
          <p:cNvPr id="548" name="Google Shape;548;p5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49" name="Google Shape;549;p53"/>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50" name="Google Shape;550;p53"/>
          <p:cNvSpPr/>
          <p:nvPr/>
        </p:nvSpPr>
        <p:spPr>
          <a:xfrm>
            <a:off x="50" y="2785800"/>
            <a:ext cx="2294400" cy="2357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551" name="Google Shape;551;p53"/>
          <p:cNvSpPr/>
          <p:nvPr/>
        </p:nvSpPr>
        <p:spPr>
          <a:xfrm>
            <a:off x="2286125" y="2068875"/>
            <a:ext cx="2294400" cy="3074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552" name="Google Shape;552;p53"/>
          <p:cNvSpPr/>
          <p:nvPr/>
        </p:nvSpPr>
        <p:spPr>
          <a:xfrm>
            <a:off x="4565475" y="1495326"/>
            <a:ext cx="2294400" cy="3648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553" name="Google Shape;553;p53"/>
          <p:cNvSpPr/>
          <p:nvPr/>
        </p:nvSpPr>
        <p:spPr>
          <a:xfrm>
            <a:off x="6849550" y="732775"/>
            <a:ext cx="2294400" cy="441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554" name="Google Shape;554;p53"/>
          <p:cNvSpPr txBox="1"/>
          <p:nvPr/>
        </p:nvSpPr>
        <p:spPr>
          <a:xfrm>
            <a:off x="375350"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555" name="Google Shape;555;p53"/>
          <p:cNvSpPr txBox="1"/>
          <p:nvPr/>
        </p:nvSpPr>
        <p:spPr>
          <a:xfrm>
            <a:off x="2665113"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556" name="Google Shape;556;p53"/>
          <p:cNvSpPr txBox="1"/>
          <p:nvPr/>
        </p:nvSpPr>
        <p:spPr>
          <a:xfrm>
            <a:off x="4937688"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557" name="Google Shape;557;p53"/>
          <p:cNvSpPr txBox="1"/>
          <p:nvPr/>
        </p:nvSpPr>
        <p:spPr>
          <a:xfrm>
            <a:off x="7230513"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558" name="Google Shape;558;p53"/>
          <p:cNvSpPr txBox="1">
            <a:spLocks noGrp="1"/>
          </p:cNvSpPr>
          <p:nvPr>
            <p:ph type="title"/>
          </p:nvPr>
        </p:nvSpPr>
        <p:spPr>
          <a:xfrm>
            <a:off x="361975" y="988782"/>
            <a:ext cx="3231600" cy="7605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a:endParaRPr/>
          </a:p>
        </p:txBody>
      </p:sp>
      <p:sp>
        <p:nvSpPr>
          <p:cNvPr id="559" name="Google Shape;559;p53"/>
          <p:cNvSpPr txBox="1">
            <a:spLocks noGrp="1"/>
          </p:cNvSpPr>
          <p:nvPr>
            <p:ph type="subTitle" idx="2"/>
          </p:nvPr>
        </p:nvSpPr>
        <p:spPr>
          <a:xfrm>
            <a:off x="382691" y="3129231"/>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0" name="Google Shape;560;p53"/>
          <p:cNvSpPr txBox="1">
            <a:spLocks noGrp="1"/>
          </p:cNvSpPr>
          <p:nvPr>
            <p:ph type="subTitle" idx="3"/>
          </p:nvPr>
        </p:nvSpPr>
        <p:spPr>
          <a:xfrm>
            <a:off x="377048" y="3344302"/>
            <a:ext cx="1689600" cy="9690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
        <p:nvSpPr>
          <p:cNvPr id="561" name="Google Shape;561;p53"/>
          <p:cNvSpPr txBox="1">
            <a:spLocks noGrp="1"/>
          </p:cNvSpPr>
          <p:nvPr>
            <p:ph type="subTitle" idx="4"/>
          </p:nvPr>
        </p:nvSpPr>
        <p:spPr>
          <a:xfrm>
            <a:off x="2671462" y="2450249"/>
            <a:ext cx="12573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62" name="Google Shape;562;p53"/>
          <p:cNvSpPr txBox="1">
            <a:spLocks noGrp="1"/>
          </p:cNvSpPr>
          <p:nvPr>
            <p:ph type="subTitle" idx="5"/>
          </p:nvPr>
        </p:nvSpPr>
        <p:spPr>
          <a:xfrm>
            <a:off x="2665825" y="2665171"/>
            <a:ext cx="1689600" cy="142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563" name="Google Shape;563;p53"/>
          <p:cNvSpPr txBox="1">
            <a:spLocks noGrp="1"/>
          </p:cNvSpPr>
          <p:nvPr>
            <p:ph type="subTitle" idx="6"/>
          </p:nvPr>
        </p:nvSpPr>
        <p:spPr>
          <a:xfrm>
            <a:off x="4943337" y="1884672"/>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4" name="Google Shape;564;p53"/>
          <p:cNvSpPr txBox="1">
            <a:spLocks noGrp="1"/>
          </p:cNvSpPr>
          <p:nvPr>
            <p:ph type="subTitle" idx="7"/>
          </p:nvPr>
        </p:nvSpPr>
        <p:spPr>
          <a:xfrm>
            <a:off x="4937700" y="2099593"/>
            <a:ext cx="1689600" cy="16206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
        <p:nvSpPr>
          <p:cNvPr id="565" name="Google Shape;565;p53"/>
          <p:cNvSpPr txBox="1">
            <a:spLocks noGrp="1"/>
          </p:cNvSpPr>
          <p:nvPr>
            <p:ph type="subTitle" idx="8"/>
          </p:nvPr>
        </p:nvSpPr>
        <p:spPr>
          <a:xfrm>
            <a:off x="7238787" y="1057472"/>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6" name="Google Shape;566;p53"/>
          <p:cNvSpPr txBox="1">
            <a:spLocks noGrp="1"/>
          </p:cNvSpPr>
          <p:nvPr>
            <p:ph type="subTitle" idx="9"/>
          </p:nvPr>
        </p:nvSpPr>
        <p:spPr>
          <a:xfrm>
            <a:off x="7233150" y="1272358"/>
            <a:ext cx="1689600" cy="21960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Quote - Light">
  <p:cSld name="CUSTOM_7_1_1_1_1_1_1_1_1_1_1_1_1_1_1_1_1_1_1_1">
    <p:spTree>
      <p:nvGrpSpPr>
        <p:cNvPr id="1" name="Shape 567"/>
        <p:cNvGrpSpPr/>
        <p:nvPr/>
      </p:nvGrpSpPr>
      <p:grpSpPr>
        <a:xfrm>
          <a:off x="0" y="0"/>
          <a:ext cx="0" cy="0"/>
          <a:chOff x="0" y="0"/>
          <a:chExt cx="0" cy="0"/>
        </a:xfrm>
      </p:grpSpPr>
      <p:sp>
        <p:nvSpPr>
          <p:cNvPr id="568" name="Google Shape;568;p5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69" name="Google Shape;569;p54"/>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0" name="Google Shape;570;p54"/>
          <p:cNvSpPr txBox="1">
            <a:spLocks noGrp="1"/>
          </p:cNvSpPr>
          <p:nvPr>
            <p:ph type="title"/>
          </p:nvPr>
        </p:nvSpPr>
        <p:spPr>
          <a:xfrm>
            <a:off x="1453650" y="1325938"/>
            <a:ext cx="6236700" cy="2011800"/>
          </a:xfrm>
          <a:prstGeom prst="rect">
            <a:avLst/>
          </a:prstGeom>
        </p:spPr>
        <p:txBody>
          <a:bodyPr spcFirstLastPara="1" wrap="square" lIns="0" tIns="0" rIns="0" bIns="0" anchor="t" anchorCtr="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a:endParaRPr/>
          </a:p>
        </p:txBody>
      </p:sp>
      <p:sp>
        <p:nvSpPr>
          <p:cNvPr id="571" name="Google Shape;571;p54"/>
          <p:cNvSpPr>
            <a:spLocks noGrp="1"/>
          </p:cNvSpPr>
          <p:nvPr>
            <p:ph type="pic" idx="2"/>
          </p:nvPr>
        </p:nvSpPr>
        <p:spPr>
          <a:xfrm>
            <a:off x="1442350" y="3492500"/>
            <a:ext cx="408900" cy="408900"/>
          </a:xfrm>
          <a:prstGeom prst="ellipse">
            <a:avLst/>
          </a:prstGeom>
          <a:noFill/>
          <a:ln>
            <a:noFill/>
          </a:ln>
        </p:spPr>
        <p:txBody>
          <a:bodyPr/>
          <a:lstStyle/>
          <a:p>
            <a:endParaRPr lang="en-US"/>
          </a:p>
        </p:txBody>
      </p:sp>
      <p:sp>
        <p:nvSpPr>
          <p:cNvPr id="572" name="Google Shape;572;p54"/>
          <p:cNvSpPr txBox="1">
            <a:spLocks noGrp="1"/>
          </p:cNvSpPr>
          <p:nvPr>
            <p:ph type="subTitle" idx="3"/>
          </p:nvPr>
        </p:nvSpPr>
        <p:spPr>
          <a:xfrm>
            <a:off x="1957375" y="3536000"/>
            <a:ext cx="2661600" cy="187800"/>
          </a:xfrm>
          <a:prstGeom prst="rect">
            <a:avLst/>
          </a:prstGeom>
        </p:spPr>
        <p:txBody>
          <a:bodyPr spcFirstLastPara="1" wrap="square" lIns="0" tIns="0" rIns="0" bIns="0" anchor="ctr"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a:endParaRPr/>
          </a:p>
        </p:txBody>
      </p:sp>
      <p:sp>
        <p:nvSpPr>
          <p:cNvPr id="573" name="Google Shape;573;p54"/>
          <p:cNvSpPr txBox="1">
            <a:spLocks noGrp="1"/>
          </p:cNvSpPr>
          <p:nvPr>
            <p:ph type="subTitle" idx="4"/>
          </p:nvPr>
        </p:nvSpPr>
        <p:spPr>
          <a:xfrm>
            <a:off x="1957375" y="3678443"/>
            <a:ext cx="2661600" cy="187800"/>
          </a:xfrm>
          <a:prstGeom prst="rect">
            <a:avLst/>
          </a:prstGeom>
        </p:spPr>
        <p:txBody>
          <a:bodyPr spcFirstLastPara="1" wrap="square" lIns="0" tIns="0" rIns="0" bIns="0" anchor="ctr"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Quote - Dark">
  <p:cSld name="CUSTOM_7_1_1_1_1_1_1_1_1_1_1_1_1_1_1_1_1_1_1_1_1">
    <p:bg>
      <p:bgPr>
        <a:solidFill>
          <a:schemeClr val="lt1"/>
        </a:solidFill>
        <a:effectLst/>
      </p:bgPr>
    </p:bg>
    <p:spTree>
      <p:nvGrpSpPr>
        <p:cNvPr id="1" name="Shape 574"/>
        <p:cNvGrpSpPr/>
        <p:nvPr/>
      </p:nvGrpSpPr>
      <p:grpSpPr>
        <a:xfrm>
          <a:off x="0" y="0"/>
          <a:ext cx="0" cy="0"/>
          <a:chOff x="0" y="0"/>
          <a:chExt cx="0" cy="0"/>
        </a:xfrm>
      </p:grpSpPr>
      <p:sp>
        <p:nvSpPr>
          <p:cNvPr id="575" name="Google Shape;575;p5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76" name="Google Shape;576;p55"/>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77" name="Google Shape;577;p55"/>
          <p:cNvSpPr txBox="1">
            <a:spLocks noGrp="1"/>
          </p:cNvSpPr>
          <p:nvPr>
            <p:ph type="title"/>
          </p:nvPr>
        </p:nvSpPr>
        <p:spPr>
          <a:xfrm>
            <a:off x="1453650" y="1325938"/>
            <a:ext cx="6236700" cy="2011800"/>
          </a:xfrm>
          <a:prstGeom prst="rect">
            <a:avLst/>
          </a:prstGeom>
        </p:spPr>
        <p:txBody>
          <a:bodyPr spcFirstLastPara="1" wrap="square" lIns="0" tIns="0" rIns="0" bIns="0" anchor="t" anchorCtr="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a:endParaRPr/>
          </a:p>
        </p:txBody>
      </p:sp>
      <p:sp>
        <p:nvSpPr>
          <p:cNvPr id="578" name="Google Shape;578;p55"/>
          <p:cNvSpPr>
            <a:spLocks noGrp="1"/>
          </p:cNvSpPr>
          <p:nvPr>
            <p:ph type="pic" idx="2"/>
          </p:nvPr>
        </p:nvSpPr>
        <p:spPr>
          <a:xfrm>
            <a:off x="1442350" y="3492500"/>
            <a:ext cx="408900" cy="408900"/>
          </a:xfrm>
          <a:prstGeom prst="ellipse">
            <a:avLst/>
          </a:prstGeom>
          <a:noFill/>
          <a:ln>
            <a:noFill/>
          </a:ln>
        </p:spPr>
      </p:sp>
      <p:sp>
        <p:nvSpPr>
          <p:cNvPr id="579" name="Google Shape;579;p55"/>
          <p:cNvSpPr txBox="1">
            <a:spLocks noGrp="1"/>
          </p:cNvSpPr>
          <p:nvPr>
            <p:ph type="subTitle" idx="3"/>
          </p:nvPr>
        </p:nvSpPr>
        <p:spPr>
          <a:xfrm>
            <a:off x="1957375" y="3536000"/>
            <a:ext cx="2661600" cy="1878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a:endParaRPr/>
          </a:p>
        </p:txBody>
      </p:sp>
      <p:sp>
        <p:nvSpPr>
          <p:cNvPr id="580" name="Google Shape;580;p55"/>
          <p:cNvSpPr txBox="1">
            <a:spLocks noGrp="1"/>
          </p:cNvSpPr>
          <p:nvPr>
            <p:ph type="subTitle" idx="4"/>
          </p:nvPr>
        </p:nvSpPr>
        <p:spPr>
          <a:xfrm>
            <a:off x="1957375" y="3678443"/>
            <a:ext cx="2661600" cy="1878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Five modules">
  <p:cSld name="CUSTOM">
    <p:bg>
      <p:bgPr>
        <a:solidFill>
          <a:schemeClr val="lt1"/>
        </a:solidFill>
        <a:effectLst/>
      </p:bgPr>
    </p:bg>
    <p:spTree>
      <p:nvGrpSpPr>
        <p:cNvPr id="1" name="Shape 581"/>
        <p:cNvGrpSpPr/>
        <p:nvPr/>
      </p:nvGrpSpPr>
      <p:grpSpPr>
        <a:xfrm>
          <a:off x="0" y="0"/>
          <a:ext cx="0" cy="0"/>
          <a:chOff x="0" y="0"/>
          <a:chExt cx="0" cy="0"/>
        </a:xfrm>
      </p:grpSpPr>
      <p:sp>
        <p:nvSpPr>
          <p:cNvPr id="582" name="Google Shape;582;p56"/>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83" name="Google Shape;583;p56"/>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584" name="Google Shape;584;p56"/>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85" name="Google Shape;585;p56"/>
          <p:cNvSpPr txBox="1">
            <a:spLocks noGrp="1"/>
          </p:cNvSpPr>
          <p:nvPr>
            <p:ph type="body" idx="3"/>
          </p:nvPr>
        </p:nvSpPr>
        <p:spPr>
          <a:xfrm>
            <a:off x="361975" y="3256513"/>
            <a:ext cx="3860100" cy="1327500"/>
          </a:xfrm>
          <a:prstGeom prst="rect">
            <a:avLst/>
          </a:prstGeom>
        </p:spPr>
        <p:txBody>
          <a:bodyPr spcFirstLastPara="1" wrap="square" lIns="0" tIns="0" rIns="0" bIns="0" anchor="b" anchorCtr="0">
            <a:noAutofit/>
          </a:bodyPr>
          <a:lstStyle>
            <a:lvl1pPr marL="457200" lvl="0" indent="-2921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586" name="Google Shape;586;p56"/>
          <p:cNvSpPr txBox="1">
            <a:spLocks noGrp="1"/>
          </p:cNvSpPr>
          <p:nvPr>
            <p:ph type="title" idx="4"/>
          </p:nvPr>
        </p:nvSpPr>
        <p:spPr>
          <a:xfrm>
            <a:off x="4800825" y="258072"/>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587" name="Google Shape;587;p56"/>
          <p:cNvSpPr txBox="1">
            <a:spLocks noGrp="1"/>
          </p:cNvSpPr>
          <p:nvPr>
            <p:ph type="title" idx="5"/>
          </p:nvPr>
        </p:nvSpPr>
        <p:spPr>
          <a:xfrm>
            <a:off x="7094925" y="258072"/>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588" name="Google Shape;588;p56"/>
          <p:cNvSpPr txBox="1">
            <a:spLocks noGrp="1"/>
          </p:cNvSpPr>
          <p:nvPr>
            <p:ph type="title" idx="6"/>
          </p:nvPr>
        </p:nvSpPr>
        <p:spPr>
          <a:xfrm>
            <a:off x="4800825" y="1698225"/>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589" name="Google Shape;589;p56"/>
          <p:cNvSpPr txBox="1">
            <a:spLocks noGrp="1"/>
          </p:cNvSpPr>
          <p:nvPr>
            <p:ph type="body" idx="7"/>
          </p:nvPr>
        </p:nvSpPr>
        <p:spPr>
          <a:xfrm>
            <a:off x="4800825" y="4122308"/>
            <a:ext cx="39759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590" name="Google Shape;590;p56"/>
          <p:cNvSpPr txBox="1">
            <a:spLocks noGrp="1"/>
          </p:cNvSpPr>
          <p:nvPr>
            <p:ph type="title" idx="8"/>
          </p:nvPr>
        </p:nvSpPr>
        <p:spPr>
          <a:xfrm>
            <a:off x="4800825" y="3215225"/>
            <a:ext cx="3975900" cy="798900"/>
          </a:xfrm>
          <a:prstGeom prst="rect">
            <a:avLst/>
          </a:prstGeom>
        </p:spPr>
        <p:txBody>
          <a:bodyPr spcFirstLastPara="1" wrap="square" lIns="0" tIns="0" rIns="0" bIns="0" anchor="t" anchorCtr="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a:endParaRPr/>
          </a:p>
        </p:txBody>
      </p:sp>
      <p:sp>
        <p:nvSpPr>
          <p:cNvPr id="591" name="Google Shape;591;p56"/>
          <p:cNvSpPr txBox="1">
            <a:spLocks noGrp="1"/>
          </p:cNvSpPr>
          <p:nvPr>
            <p:ph type="body" idx="9"/>
          </p:nvPr>
        </p:nvSpPr>
        <p:spPr>
          <a:xfrm>
            <a:off x="4800825" y="22687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592" name="Google Shape;592;p56"/>
          <p:cNvSpPr txBox="1">
            <a:spLocks noGrp="1"/>
          </p:cNvSpPr>
          <p:nvPr>
            <p:ph type="body" idx="13"/>
          </p:nvPr>
        </p:nvSpPr>
        <p:spPr>
          <a:xfrm>
            <a:off x="7115650" y="22687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593" name="Google Shape;593;p56"/>
          <p:cNvSpPr txBox="1">
            <a:spLocks noGrp="1"/>
          </p:cNvSpPr>
          <p:nvPr>
            <p:ph type="body" idx="14"/>
          </p:nvPr>
        </p:nvSpPr>
        <p:spPr>
          <a:xfrm>
            <a:off x="4800825" y="8601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ix modules">
  <p:cSld name="CUSTOM_1">
    <p:bg>
      <p:bgPr>
        <a:solidFill>
          <a:schemeClr val="lt1"/>
        </a:solidFill>
        <a:effectLst/>
      </p:bgPr>
    </p:bg>
    <p:spTree>
      <p:nvGrpSpPr>
        <p:cNvPr id="1" name="Shape 594"/>
        <p:cNvGrpSpPr/>
        <p:nvPr/>
      </p:nvGrpSpPr>
      <p:grpSpPr>
        <a:xfrm>
          <a:off x="0" y="0"/>
          <a:ext cx="0" cy="0"/>
          <a:chOff x="0" y="0"/>
          <a:chExt cx="0" cy="0"/>
        </a:xfrm>
      </p:grpSpPr>
      <p:sp>
        <p:nvSpPr>
          <p:cNvPr id="595" name="Google Shape;595;p57"/>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96" name="Google Shape;596;p57"/>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597" name="Google Shape;597;p57"/>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98" name="Google Shape;598;p57"/>
          <p:cNvSpPr txBox="1">
            <a:spLocks noGrp="1"/>
          </p:cNvSpPr>
          <p:nvPr>
            <p:ph type="body" idx="3"/>
          </p:nvPr>
        </p:nvSpPr>
        <p:spPr>
          <a:xfrm>
            <a:off x="4800825" y="3665600"/>
            <a:ext cx="3975900" cy="1114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599" name="Google Shape;599;p57"/>
          <p:cNvSpPr txBox="1">
            <a:spLocks noGrp="1"/>
          </p:cNvSpPr>
          <p:nvPr>
            <p:ph type="subTitle" idx="4"/>
          </p:nvPr>
        </p:nvSpPr>
        <p:spPr>
          <a:xfrm>
            <a:off x="4800825" y="3285232"/>
            <a:ext cx="39759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600" name="Google Shape;600;p57"/>
          <p:cNvSpPr txBox="1">
            <a:spLocks noGrp="1"/>
          </p:cNvSpPr>
          <p:nvPr>
            <p:ph type="body" idx="5"/>
          </p:nvPr>
        </p:nvSpPr>
        <p:spPr>
          <a:xfrm>
            <a:off x="2611802" y="3665600"/>
            <a:ext cx="1627500" cy="1114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Font typeface="DM Sans"/>
              <a:buChar char="●"/>
              <a:defRPr sz="1000"/>
            </a:lvl1pPr>
            <a:lvl2pPr marL="914400" lvl="1" indent="-292100">
              <a:lnSpc>
                <a:spcPct val="100000"/>
              </a:lnSpc>
              <a:spcBef>
                <a:spcPts val="800"/>
              </a:spcBef>
              <a:spcAft>
                <a:spcPts val="0"/>
              </a:spcAft>
              <a:buSzPts val="1000"/>
              <a:buFont typeface="DM Sans"/>
              <a:buChar char="○"/>
              <a:defRPr sz="1000"/>
            </a:lvl2pPr>
            <a:lvl3pPr marL="1371600" lvl="2" indent="-292100">
              <a:lnSpc>
                <a:spcPct val="100000"/>
              </a:lnSpc>
              <a:spcBef>
                <a:spcPts val="800"/>
              </a:spcBef>
              <a:spcAft>
                <a:spcPts val="0"/>
              </a:spcAft>
              <a:buSzPts val="1000"/>
              <a:buFont typeface="DM Sans"/>
              <a:buChar char="■"/>
              <a:defRPr sz="1000"/>
            </a:lvl3pPr>
            <a:lvl4pPr marL="1828800" lvl="3" indent="-292100">
              <a:lnSpc>
                <a:spcPct val="100000"/>
              </a:lnSpc>
              <a:spcBef>
                <a:spcPts val="800"/>
              </a:spcBef>
              <a:spcAft>
                <a:spcPts val="0"/>
              </a:spcAft>
              <a:buSzPts val="1000"/>
              <a:buFont typeface="DM Sans"/>
              <a:buChar char="●"/>
              <a:defRPr sz="1000"/>
            </a:lvl4pPr>
            <a:lvl5pPr marL="2286000" lvl="4" indent="-292100">
              <a:lnSpc>
                <a:spcPct val="100000"/>
              </a:lnSpc>
              <a:spcBef>
                <a:spcPts val="800"/>
              </a:spcBef>
              <a:spcAft>
                <a:spcPts val="0"/>
              </a:spcAft>
              <a:buSzPts val="1000"/>
              <a:buFont typeface="DM Sans"/>
              <a:buChar char="○"/>
              <a:defRPr sz="1000"/>
            </a:lvl5pPr>
            <a:lvl6pPr marL="2743200" lvl="5" indent="-292100">
              <a:lnSpc>
                <a:spcPct val="100000"/>
              </a:lnSpc>
              <a:spcBef>
                <a:spcPts val="800"/>
              </a:spcBef>
              <a:spcAft>
                <a:spcPts val="0"/>
              </a:spcAft>
              <a:buSzPts val="1000"/>
              <a:buFont typeface="DM Sans"/>
              <a:buChar char="■"/>
              <a:defRPr sz="1000"/>
            </a:lvl6pPr>
            <a:lvl7pPr marL="3200400" lvl="6" indent="-292100">
              <a:lnSpc>
                <a:spcPct val="100000"/>
              </a:lnSpc>
              <a:spcBef>
                <a:spcPts val="800"/>
              </a:spcBef>
              <a:spcAft>
                <a:spcPts val="0"/>
              </a:spcAft>
              <a:buSzPts val="1000"/>
              <a:buFont typeface="DM Sans"/>
              <a:buChar char="●"/>
              <a:defRPr sz="1000"/>
            </a:lvl7pPr>
            <a:lvl8pPr marL="3657600" lvl="7" indent="-292100">
              <a:lnSpc>
                <a:spcPct val="100000"/>
              </a:lnSpc>
              <a:spcBef>
                <a:spcPts val="800"/>
              </a:spcBef>
              <a:spcAft>
                <a:spcPts val="0"/>
              </a:spcAft>
              <a:buSzPts val="1000"/>
              <a:buFont typeface="DM Sans"/>
              <a:buChar char="○"/>
              <a:defRPr sz="1000"/>
            </a:lvl8pPr>
            <a:lvl9pPr marL="4114800" lvl="8" indent="-292100">
              <a:lnSpc>
                <a:spcPct val="100000"/>
              </a:lnSpc>
              <a:spcBef>
                <a:spcPts val="800"/>
              </a:spcBef>
              <a:spcAft>
                <a:spcPts val="800"/>
              </a:spcAft>
              <a:buSzPts val="1000"/>
              <a:buFont typeface="DM Sans"/>
              <a:buChar char="■"/>
              <a:defRPr sz="1000"/>
            </a:lvl9pPr>
          </a:lstStyle>
          <a:p>
            <a:endParaRPr/>
          </a:p>
        </p:txBody>
      </p:sp>
      <p:sp>
        <p:nvSpPr>
          <p:cNvPr id="601" name="Google Shape;601;p57"/>
          <p:cNvSpPr txBox="1">
            <a:spLocks noGrp="1"/>
          </p:cNvSpPr>
          <p:nvPr>
            <p:ph type="subTitle" idx="6"/>
          </p:nvPr>
        </p:nvSpPr>
        <p:spPr>
          <a:xfrm>
            <a:off x="2611802" y="3285232"/>
            <a:ext cx="1627500" cy="187800"/>
          </a:xfrm>
          <a:prstGeom prst="rect">
            <a:avLst/>
          </a:prstGeom>
        </p:spPr>
        <p:txBody>
          <a:bodyPr spcFirstLastPara="1" wrap="square" lIns="0" tIns="0" rIns="0" bIns="0" anchor="t" anchorCtr="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602" name="Google Shape;602;p57"/>
          <p:cNvSpPr txBox="1">
            <a:spLocks noGrp="1"/>
          </p:cNvSpPr>
          <p:nvPr>
            <p:ph type="body" idx="7"/>
          </p:nvPr>
        </p:nvSpPr>
        <p:spPr>
          <a:xfrm>
            <a:off x="361977" y="3665600"/>
            <a:ext cx="1627500" cy="1114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603" name="Google Shape;603;p57"/>
          <p:cNvSpPr txBox="1">
            <a:spLocks noGrp="1"/>
          </p:cNvSpPr>
          <p:nvPr>
            <p:ph type="subTitle" idx="8"/>
          </p:nvPr>
        </p:nvSpPr>
        <p:spPr>
          <a:xfrm>
            <a:off x="361977" y="3285232"/>
            <a:ext cx="16275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604" name="Google Shape;604;p57"/>
          <p:cNvSpPr txBox="1">
            <a:spLocks noGrp="1"/>
          </p:cNvSpPr>
          <p:nvPr>
            <p:ph type="body" idx="9"/>
          </p:nvPr>
        </p:nvSpPr>
        <p:spPr>
          <a:xfrm>
            <a:off x="4900725" y="1196103"/>
            <a:ext cx="1627500" cy="1385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605" name="Google Shape;605;p57"/>
          <p:cNvSpPr txBox="1">
            <a:spLocks noGrp="1"/>
          </p:cNvSpPr>
          <p:nvPr>
            <p:ph type="subTitle" idx="13"/>
          </p:nvPr>
        </p:nvSpPr>
        <p:spPr>
          <a:xfrm>
            <a:off x="4900725" y="706863"/>
            <a:ext cx="16275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606" name="Google Shape;606;p57"/>
          <p:cNvSpPr txBox="1">
            <a:spLocks noGrp="1"/>
          </p:cNvSpPr>
          <p:nvPr>
            <p:ph type="body" idx="14"/>
          </p:nvPr>
        </p:nvSpPr>
        <p:spPr>
          <a:xfrm>
            <a:off x="7149175" y="1196103"/>
            <a:ext cx="1627500" cy="1385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607" name="Google Shape;607;p57"/>
          <p:cNvSpPr txBox="1">
            <a:spLocks noGrp="1"/>
          </p:cNvSpPr>
          <p:nvPr>
            <p:ph type="subTitle" idx="15"/>
          </p:nvPr>
        </p:nvSpPr>
        <p:spPr>
          <a:xfrm>
            <a:off x="7149175" y="706863"/>
            <a:ext cx="1627500" cy="187800"/>
          </a:xfrm>
          <a:prstGeom prst="rect">
            <a:avLst/>
          </a:prstGeom>
        </p:spPr>
        <p:txBody>
          <a:bodyPr spcFirstLastPara="1" wrap="square" lIns="0" tIns="0" rIns="0" bIns="0" anchor="t" anchorCtr="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608" name="Google Shape;608;p57"/>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Four modules">
  <p:cSld name="CUSTOM_1_1">
    <p:bg>
      <p:bgPr>
        <a:solidFill>
          <a:schemeClr val="lt1"/>
        </a:solidFill>
        <a:effectLst/>
      </p:bgPr>
    </p:bg>
    <p:spTree>
      <p:nvGrpSpPr>
        <p:cNvPr id="1" name="Shape 609"/>
        <p:cNvGrpSpPr/>
        <p:nvPr/>
      </p:nvGrpSpPr>
      <p:grpSpPr>
        <a:xfrm>
          <a:off x="0" y="0"/>
          <a:ext cx="0" cy="0"/>
          <a:chOff x="0" y="0"/>
          <a:chExt cx="0" cy="0"/>
        </a:xfrm>
      </p:grpSpPr>
      <p:sp>
        <p:nvSpPr>
          <p:cNvPr id="610" name="Google Shape;610;p58"/>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11" name="Google Shape;611;p58"/>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12" name="Google Shape;612;p58"/>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13" name="Google Shape;613;p58"/>
          <p:cNvSpPr txBox="1">
            <a:spLocks noGrp="1"/>
          </p:cNvSpPr>
          <p:nvPr>
            <p:ph type="title"/>
          </p:nvPr>
        </p:nvSpPr>
        <p:spPr>
          <a:xfrm>
            <a:off x="5796575" y="2351325"/>
            <a:ext cx="9895200" cy="710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a:endParaRPr/>
          </a:p>
        </p:txBody>
      </p:sp>
      <p:sp>
        <p:nvSpPr>
          <p:cNvPr id="614" name="Google Shape;614;p58"/>
          <p:cNvSpPr txBox="1">
            <a:spLocks noGrp="1"/>
          </p:cNvSpPr>
          <p:nvPr>
            <p:ph type="title" idx="3"/>
          </p:nvPr>
        </p:nvSpPr>
        <p:spPr>
          <a:xfrm>
            <a:off x="5796575" y="507450"/>
            <a:ext cx="9895200" cy="710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a:endParaRPr/>
          </a:p>
        </p:txBody>
      </p:sp>
      <p:sp>
        <p:nvSpPr>
          <p:cNvPr id="615" name="Google Shape;615;p58"/>
          <p:cNvSpPr txBox="1">
            <a:spLocks noGrp="1"/>
          </p:cNvSpPr>
          <p:nvPr>
            <p:ph type="subTitle" idx="4"/>
          </p:nvPr>
        </p:nvSpPr>
        <p:spPr>
          <a:xfrm>
            <a:off x="5712600" y="4290612"/>
            <a:ext cx="2613300" cy="543900"/>
          </a:xfrm>
          <a:prstGeom prst="rect">
            <a:avLst/>
          </a:prstGeom>
        </p:spPr>
        <p:txBody>
          <a:bodyPr spcFirstLastPara="1" wrap="square" lIns="0" tIns="0" rIns="0" bIns="0" anchor="b" anchorCtr="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616" name="Google Shape;616;p58"/>
          <p:cNvSpPr txBox="1">
            <a:spLocks noGrp="1"/>
          </p:cNvSpPr>
          <p:nvPr>
            <p:ph type="subTitle" idx="5"/>
          </p:nvPr>
        </p:nvSpPr>
        <p:spPr>
          <a:xfrm>
            <a:off x="5712600" y="3243901"/>
            <a:ext cx="2613300" cy="4323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617" name="Google Shape;617;p58"/>
          <p:cNvSpPr txBox="1">
            <a:spLocks noGrp="1"/>
          </p:cNvSpPr>
          <p:nvPr>
            <p:ph type="subTitle" idx="6"/>
          </p:nvPr>
        </p:nvSpPr>
        <p:spPr>
          <a:xfrm>
            <a:off x="5712600" y="1318375"/>
            <a:ext cx="2613300" cy="483000"/>
          </a:xfrm>
          <a:prstGeom prst="rect">
            <a:avLst/>
          </a:prstGeom>
        </p:spPr>
        <p:txBody>
          <a:bodyPr spcFirstLastPara="1" wrap="square" lIns="0" tIns="0" rIns="0" bIns="0" anchor="b" anchorCtr="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modules">
  <p:cSld name="CUSTOM_1_1_1">
    <p:spTree>
      <p:nvGrpSpPr>
        <p:cNvPr id="1" name="Shape 618"/>
        <p:cNvGrpSpPr/>
        <p:nvPr/>
      </p:nvGrpSpPr>
      <p:grpSpPr>
        <a:xfrm>
          <a:off x="0" y="0"/>
          <a:ext cx="0" cy="0"/>
          <a:chOff x="0" y="0"/>
          <a:chExt cx="0" cy="0"/>
        </a:xfrm>
      </p:grpSpPr>
      <p:sp>
        <p:nvSpPr>
          <p:cNvPr id="619" name="Google Shape;619;p59"/>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0" name="Google Shape;620;p59"/>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1" name="Google Shape;621;p59"/>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22" name="Google Shape;622;p59"/>
          <p:cNvSpPr txBox="1">
            <a:spLocks noGrp="1"/>
          </p:cNvSpPr>
          <p:nvPr>
            <p:ph type="title"/>
          </p:nvPr>
        </p:nvSpPr>
        <p:spPr>
          <a:xfrm>
            <a:off x="361975" y="988557"/>
            <a:ext cx="50184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tatement with image - Alt 1">
  <p:cSld name="CUSTOM_2">
    <p:spTree>
      <p:nvGrpSpPr>
        <p:cNvPr id="1" name="Shape 623"/>
        <p:cNvGrpSpPr/>
        <p:nvPr/>
      </p:nvGrpSpPr>
      <p:grpSpPr>
        <a:xfrm>
          <a:off x="0" y="0"/>
          <a:ext cx="0" cy="0"/>
          <a:chOff x="0" y="0"/>
          <a:chExt cx="0" cy="0"/>
        </a:xfrm>
      </p:grpSpPr>
      <p:sp>
        <p:nvSpPr>
          <p:cNvPr id="624" name="Google Shape;624;p60"/>
          <p:cNvSpPr>
            <a:spLocks noGrp="1"/>
          </p:cNvSpPr>
          <p:nvPr>
            <p:ph type="pic" idx="2"/>
          </p:nvPr>
        </p:nvSpPr>
        <p:spPr>
          <a:xfrm>
            <a:off x="6289075" y="1793300"/>
            <a:ext cx="2853300" cy="3350400"/>
          </a:xfrm>
          <a:prstGeom prst="rect">
            <a:avLst/>
          </a:prstGeom>
          <a:noFill/>
          <a:ln>
            <a:noFill/>
          </a:ln>
        </p:spPr>
      </p:sp>
      <p:sp>
        <p:nvSpPr>
          <p:cNvPr id="625" name="Google Shape;625;p60"/>
          <p:cNvSpPr/>
          <p:nvPr/>
        </p:nvSpPr>
        <p:spPr>
          <a:xfrm>
            <a:off x="6289085" y="0"/>
            <a:ext cx="2853300" cy="17931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latin typeface="DM Sans"/>
              <a:ea typeface="DM Sans"/>
              <a:cs typeface="DM Sans"/>
              <a:sym typeface="DM Sans"/>
            </a:endParaRPr>
          </a:p>
        </p:txBody>
      </p:sp>
      <p:sp>
        <p:nvSpPr>
          <p:cNvPr id="626" name="Google Shape;626;p60"/>
          <p:cNvSpPr txBox="1">
            <a:spLocks noGrp="1"/>
          </p:cNvSpPr>
          <p:nvPr>
            <p:ph type="title"/>
          </p:nvPr>
        </p:nvSpPr>
        <p:spPr>
          <a:xfrm>
            <a:off x="361975" y="988550"/>
            <a:ext cx="5356800" cy="2255400"/>
          </a:xfrm>
          <a:prstGeom prst="rect">
            <a:avLst/>
          </a:prstGeom>
        </p:spPr>
        <p:txBody>
          <a:bodyPr spcFirstLastPara="1" wrap="square" lIns="0" tIns="0" rIns="0" bIns="0" anchor="t" anchorCtr="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a:endParaRPr/>
          </a:p>
        </p:txBody>
      </p:sp>
      <p:sp>
        <p:nvSpPr>
          <p:cNvPr id="627" name="Google Shape;627;p60"/>
          <p:cNvSpPr txBox="1">
            <a:spLocks noGrp="1"/>
          </p:cNvSpPr>
          <p:nvPr>
            <p:ph type="body" idx="1"/>
          </p:nvPr>
        </p:nvSpPr>
        <p:spPr>
          <a:xfrm>
            <a:off x="361975" y="3541582"/>
            <a:ext cx="3777000" cy="1044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628" name="Google Shape;628;p6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29" name="Google Shape;629;p60"/>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tatement with image - Alt 2">
  <p:cSld name="CUSTOM_2_1">
    <p:spTree>
      <p:nvGrpSpPr>
        <p:cNvPr id="1" name="Shape 630"/>
        <p:cNvGrpSpPr/>
        <p:nvPr/>
      </p:nvGrpSpPr>
      <p:grpSpPr>
        <a:xfrm>
          <a:off x="0" y="0"/>
          <a:ext cx="0" cy="0"/>
          <a:chOff x="0" y="0"/>
          <a:chExt cx="0" cy="0"/>
        </a:xfrm>
      </p:grpSpPr>
      <p:sp>
        <p:nvSpPr>
          <p:cNvPr id="631" name="Google Shape;631;p6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32" name="Google Shape;632;p61"/>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3" name="Google Shape;633;p61"/>
          <p:cNvSpPr txBox="1">
            <a:spLocks noGrp="1"/>
          </p:cNvSpPr>
          <p:nvPr>
            <p:ph type="body" idx="2"/>
          </p:nvPr>
        </p:nvSpPr>
        <p:spPr>
          <a:xfrm>
            <a:off x="1957800" y="4195275"/>
            <a:ext cx="5228400" cy="390600"/>
          </a:xfrm>
          <a:prstGeom prst="rect">
            <a:avLst/>
          </a:prstGeom>
        </p:spPr>
        <p:txBody>
          <a:bodyPr spcFirstLastPara="1" wrap="square" lIns="0" tIns="0" rIns="0" bIns="0" anchor="b" anchorCtr="0">
            <a:noAutofit/>
          </a:bodyPr>
          <a:lstStyle>
            <a:lvl1pPr marL="457200" lvl="0" indent="-2921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634" name="Google Shape;634;p61"/>
          <p:cNvSpPr txBox="1">
            <a:spLocks noGrp="1"/>
          </p:cNvSpPr>
          <p:nvPr>
            <p:ph type="subTitle" idx="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635" name="Google Shape;635;p61"/>
          <p:cNvSpPr txBox="1">
            <a:spLocks noGrp="1"/>
          </p:cNvSpPr>
          <p:nvPr>
            <p:ph type="title"/>
          </p:nvPr>
        </p:nvSpPr>
        <p:spPr>
          <a:xfrm>
            <a:off x="719400" y="988550"/>
            <a:ext cx="7705200" cy="587700"/>
          </a:xfrm>
          <a:prstGeom prst="rect">
            <a:avLst/>
          </a:prstGeom>
        </p:spPr>
        <p:txBody>
          <a:bodyPr spcFirstLastPara="1" wrap="square" lIns="0" tIns="0" rIns="0" bIns="0" anchor="t" anchorCtr="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a:endParaRPr/>
          </a:p>
        </p:txBody>
      </p:sp>
      <p:sp>
        <p:nvSpPr>
          <p:cNvPr id="636" name="Google Shape;636;p61"/>
          <p:cNvSpPr>
            <a:spLocks noGrp="1"/>
          </p:cNvSpPr>
          <p:nvPr>
            <p:ph type="pic" idx="4"/>
          </p:nvPr>
        </p:nvSpPr>
        <p:spPr>
          <a:xfrm>
            <a:off x="3982589" y="2427948"/>
            <a:ext cx="1179600" cy="14172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tatement with image - Alt 3">
  <p:cSld name="CUSTOM_2_1_2">
    <p:bg>
      <p:bgPr>
        <a:solidFill>
          <a:schemeClr val="accent1"/>
        </a:solidFill>
        <a:effectLst/>
      </p:bgPr>
    </p:bg>
    <p:spTree>
      <p:nvGrpSpPr>
        <p:cNvPr id="1" name="Shape 637"/>
        <p:cNvGrpSpPr/>
        <p:nvPr/>
      </p:nvGrpSpPr>
      <p:grpSpPr>
        <a:xfrm>
          <a:off x="0" y="0"/>
          <a:ext cx="0" cy="0"/>
          <a:chOff x="0" y="0"/>
          <a:chExt cx="0" cy="0"/>
        </a:xfrm>
      </p:grpSpPr>
      <p:sp>
        <p:nvSpPr>
          <p:cNvPr id="638" name="Google Shape;638;p6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39" name="Google Shape;639;p62"/>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0" name="Google Shape;640;p62"/>
          <p:cNvSpPr txBox="1">
            <a:spLocks noGrp="1"/>
          </p:cNvSpPr>
          <p:nvPr>
            <p:ph type="subTitle" idx="2"/>
          </p:nvPr>
        </p:nvSpPr>
        <p:spPr>
          <a:xfrm>
            <a:off x="3154650" y="1051772"/>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641" name="Google Shape;641;p62"/>
          <p:cNvSpPr txBox="1">
            <a:spLocks noGrp="1"/>
          </p:cNvSpPr>
          <p:nvPr>
            <p:ph type="title"/>
          </p:nvPr>
        </p:nvSpPr>
        <p:spPr>
          <a:xfrm>
            <a:off x="3154650" y="1801500"/>
            <a:ext cx="5622000" cy="28320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a:endParaRPr/>
          </a:p>
        </p:txBody>
      </p:sp>
      <p:sp>
        <p:nvSpPr>
          <p:cNvPr id="642" name="Google Shape;642;p62"/>
          <p:cNvSpPr>
            <a:spLocks noGrp="1"/>
          </p:cNvSpPr>
          <p:nvPr>
            <p:ph type="pic" idx="3"/>
          </p:nvPr>
        </p:nvSpPr>
        <p:spPr>
          <a:xfrm>
            <a:off x="361975" y="1066100"/>
            <a:ext cx="1967700" cy="13116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ustom section header">
  <p:cSld name="CUSTOM_2_1_2_1_2">
    <p:bg>
      <p:bgPr>
        <a:solidFill>
          <a:schemeClr val="lt1"/>
        </a:solidFill>
        <a:effectLst/>
      </p:bgPr>
    </p:bg>
    <p:spTree>
      <p:nvGrpSpPr>
        <p:cNvPr id="1" name="Shape 643"/>
        <p:cNvGrpSpPr/>
        <p:nvPr/>
      </p:nvGrpSpPr>
      <p:grpSpPr>
        <a:xfrm>
          <a:off x="0" y="0"/>
          <a:ext cx="0" cy="0"/>
          <a:chOff x="0" y="0"/>
          <a:chExt cx="0" cy="0"/>
        </a:xfrm>
      </p:grpSpPr>
      <p:sp>
        <p:nvSpPr>
          <p:cNvPr id="644" name="Google Shape;644;p63"/>
          <p:cNvSpPr>
            <a:spLocks noGrp="1"/>
          </p:cNvSpPr>
          <p:nvPr>
            <p:ph type="pic" idx="2"/>
          </p:nvPr>
        </p:nvSpPr>
        <p:spPr>
          <a:xfrm>
            <a:off x="361975" y="781775"/>
            <a:ext cx="2872800" cy="3783300"/>
          </a:xfrm>
          <a:prstGeom prst="rect">
            <a:avLst/>
          </a:prstGeom>
          <a:noFill/>
          <a:ln>
            <a:noFill/>
          </a:ln>
        </p:spPr>
      </p:sp>
      <p:sp>
        <p:nvSpPr>
          <p:cNvPr id="645" name="Google Shape;645;p6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46" name="Google Shape;646;p63"/>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47" name="Google Shape;647;p63"/>
          <p:cNvSpPr txBox="1">
            <a:spLocks noGrp="1"/>
          </p:cNvSpPr>
          <p:nvPr>
            <p:ph type="subTitle" idx="3"/>
          </p:nvPr>
        </p:nvSpPr>
        <p:spPr>
          <a:xfrm>
            <a:off x="3657600" y="1051772"/>
            <a:ext cx="4163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648" name="Google Shape;648;p63"/>
          <p:cNvSpPr txBox="1">
            <a:spLocks noGrp="1"/>
          </p:cNvSpPr>
          <p:nvPr>
            <p:ph type="title"/>
          </p:nvPr>
        </p:nvSpPr>
        <p:spPr>
          <a:xfrm>
            <a:off x="3657600" y="1555450"/>
            <a:ext cx="5622000" cy="17505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a:endParaRPr/>
          </a:p>
        </p:txBody>
      </p:sp>
      <p:sp>
        <p:nvSpPr>
          <p:cNvPr id="649" name="Google Shape;649;p63"/>
          <p:cNvSpPr txBox="1">
            <a:spLocks noGrp="1"/>
          </p:cNvSpPr>
          <p:nvPr>
            <p:ph type="body" idx="4"/>
          </p:nvPr>
        </p:nvSpPr>
        <p:spPr>
          <a:xfrm>
            <a:off x="3657600" y="3556575"/>
            <a:ext cx="3554400" cy="1029300"/>
          </a:xfrm>
          <a:prstGeom prst="rect">
            <a:avLst/>
          </a:prstGeom>
        </p:spPr>
        <p:txBody>
          <a:bodyPr spcFirstLastPara="1" wrap="square" lIns="0" tIns="0" rIns="0" bIns="0" anchor="b" anchorCtr="0">
            <a:sp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tatement with image - Alt 5">
  <p:cSld name="CUSTOM_2_1_2_1_1">
    <p:bg>
      <p:bgPr>
        <a:solidFill>
          <a:schemeClr val="accent2"/>
        </a:solidFill>
        <a:effectLst/>
      </p:bgPr>
    </p:bg>
    <p:spTree>
      <p:nvGrpSpPr>
        <p:cNvPr id="1" name="Shape 650"/>
        <p:cNvGrpSpPr/>
        <p:nvPr/>
      </p:nvGrpSpPr>
      <p:grpSpPr>
        <a:xfrm>
          <a:off x="0" y="0"/>
          <a:ext cx="0" cy="0"/>
          <a:chOff x="0" y="0"/>
          <a:chExt cx="0" cy="0"/>
        </a:xfrm>
      </p:grpSpPr>
      <p:pic>
        <p:nvPicPr>
          <p:cNvPr id="651" name="Google Shape;651;p64" descr="The reflective glass facade of a skyscraper. "/>
          <p:cNvPicPr preferRelativeResize="0"/>
          <p:nvPr/>
        </p:nvPicPr>
        <p:blipFill rotWithShape="1">
          <a:blip r:embed="rId2">
            <a:alphaModFix amt="14000"/>
          </a:blip>
          <a:srcRect b="15605"/>
          <a:stretch/>
        </p:blipFill>
        <p:spPr>
          <a:xfrm>
            <a:off x="0" y="-8150"/>
            <a:ext cx="9144003" cy="5143501"/>
          </a:xfrm>
          <a:prstGeom prst="rect">
            <a:avLst/>
          </a:prstGeom>
          <a:noFill/>
          <a:ln>
            <a:noFill/>
          </a:ln>
        </p:spPr>
      </p:pic>
      <p:sp>
        <p:nvSpPr>
          <p:cNvPr id="652" name="Google Shape;652;p6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53" name="Google Shape;653;p64"/>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4" name="Google Shape;654;p64"/>
          <p:cNvSpPr txBox="1">
            <a:spLocks noGrp="1"/>
          </p:cNvSpPr>
          <p:nvPr>
            <p:ph type="body" idx="2"/>
          </p:nvPr>
        </p:nvSpPr>
        <p:spPr>
          <a:xfrm>
            <a:off x="1957800" y="4195275"/>
            <a:ext cx="5228400" cy="390600"/>
          </a:xfrm>
          <a:prstGeom prst="rect">
            <a:avLst/>
          </a:prstGeom>
        </p:spPr>
        <p:txBody>
          <a:bodyPr spcFirstLastPara="1" wrap="square" lIns="0" tIns="0" rIns="0" bIns="0" anchor="b" anchorCtr="0">
            <a:noAutofit/>
          </a:bodyPr>
          <a:lstStyle>
            <a:lvl1pPr marL="457200" lvl="0" indent="-292100" algn="ctr">
              <a:spcBef>
                <a:spcPts val="0"/>
              </a:spcBef>
              <a:spcAft>
                <a:spcPts val="0"/>
              </a:spcAft>
              <a:buClr>
                <a:schemeClr val="lt1"/>
              </a:buClr>
              <a:buSzPts val="1000"/>
              <a:buFont typeface="DM Sans"/>
              <a:buChar char="●"/>
              <a:defRPr sz="1000"/>
            </a:lvl1pPr>
            <a:lvl2pPr marL="914400" lvl="1" indent="-292100" algn="ctr">
              <a:spcBef>
                <a:spcPts val="800"/>
              </a:spcBef>
              <a:spcAft>
                <a:spcPts val="0"/>
              </a:spcAft>
              <a:buClr>
                <a:schemeClr val="lt1"/>
              </a:buClr>
              <a:buSzPts val="1000"/>
              <a:buFont typeface="DM Sans"/>
              <a:buChar char="○"/>
              <a:defRPr sz="1000"/>
            </a:lvl2pPr>
            <a:lvl3pPr marL="1371600" lvl="2" indent="-292100" algn="ctr">
              <a:spcBef>
                <a:spcPts val="800"/>
              </a:spcBef>
              <a:spcAft>
                <a:spcPts val="0"/>
              </a:spcAft>
              <a:buClr>
                <a:schemeClr val="lt1"/>
              </a:buClr>
              <a:buSzPts val="1000"/>
              <a:buFont typeface="DM Sans"/>
              <a:buChar char="■"/>
              <a:defRPr sz="1000"/>
            </a:lvl3pPr>
            <a:lvl4pPr marL="1828800" lvl="3" indent="-292100" algn="ctr">
              <a:spcBef>
                <a:spcPts val="800"/>
              </a:spcBef>
              <a:spcAft>
                <a:spcPts val="0"/>
              </a:spcAft>
              <a:buClr>
                <a:schemeClr val="lt1"/>
              </a:buClr>
              <a:buSzPts val="1000"/>
              <a:buFont typeface="DM Sans"/>
              <a:buChar char="●"/>
              <a:defRPr sz="1000"/>
            </a:lvl4pPr>
            <a:lvl5pPr marL="2286000" lvl="4" indent="-292100" algn="ctr">
              <a:spcBef>
                <a:spcPts val="800"/>
              </a:spcBef>
              <a:spcAft>
                <a:spcPts val="0"/>
              </a:spcAft>
              <a:buClr>
                <a:schemeClr val="lt1"/>
              </a:buClr>
              <a:buSzPts val="1000"/>
              <a:buFont typeface="DM Sans"/>
              <a:buChar char="○"/>
              <a:defRPr sz="1000"/>
            </a:lvl5pPr>
            <a:lvl6pPr marL="2743200" lvl="5" indent="-292100" algn="ctr">
              <a:spcBef>
                <a:spcPts val="800"/>
              </a:spcBef>
              <a:spcAft>
                <a:spcPts val="0"/>
              </a:spcAft>
              <a:buClr>
                <a:schemeClr val="lt1"/>
              </a:buClr>
              <a:buSzPts val="1000"/>
              <a:buFont typeface="DM Sans"/>
              <a:buChar char="■"/>
              <a:defRPr sz="1000"/>
            </a:lvl6pPr>
            <a:lvl7pPr marL="3200400" lvl="6" indent="-292100" algn="ctr">
              <a:spcBef>
                <a:spcPts val="800"/>
              </a:spcBef>
              <a:spcAft>
                <a:spcPts val="0"/>
              </a:spcAft>
              <a:buClr>
                <a:schemeClr val="lt1"/>
              </a:buClr>
              <a:buSzPts val="1000"/>
              <a:buFont typeface="DM Sans"/>
              <a:buChar char="●"/>
              <a:defRPr sz="1000"/>
            </a:lvl7pPr>
            <a:lvl8pPr marL="3657600" lvl="7" indent="-292100" algn="ctr">
              <a:spcBef>
                <a:spcPts val="800"/>
              </a:spcBef>
              <a:spcAft>
                <a:spcPts val="0"/>
              </a:spcAft>
              <a:buClr>
                <a:schemeClr val="lt1"/>
              </a:buClr>
              <a:buSzPts val="1000"/>
              <a:buFont typeface="DM Sans"/>
              <a:buChar char="○"/>
              <a:defRPr sz="1000"/>
            </a:lvl8pPr>
            <a:lvl9pPr marL="4114800" lvl="8" indent="-292100" algn="ctr">
              <a:spcBef>
                <a:spcPts val="800"/>
              </a:spcBef>
              <a:spcAft>
                <a:spcPts val="800"/>
              </a:spcAft>
              <a:buClr>
                <a:schemeClr val="lt1"/>
              </a:buClr>
              <a:buSzPts val="1000"/>
              <a:buFont typeface="DM Sans"/>
              <a:buChar char="■"/>
              <a:defRPr sz="1000"/>
            </a:lvl9pPr>
          </a:lstStyle>
          <a:p>
            <a:endParaRPr/>
          </a:p>
        </p:txBody>
      </p:sp>
      <p:sp>
        <p:nvSpPr>
          <p:cNvPr id="655" name="Google Shape;655;p64"/>
          <p:cNvSpPr txBox="1">
            <a:spLocks noGrp="1"/>
          </p:cNvSpPr>
          <p:nvPr>
            <p:ph type="subTitle" idx="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656" name="Google Shape;656;p64"/>
          <p:cNvSpPr txBox="1">
            <a:spLocks noGrp="1"/>
          </p:cNvSpPr>
          <p:nvPr>
            <p:ph type="title"/>
          </p:nvPr>
        </p:nvSpPr>
        <p:spPr>
          <a:xfrm>
            <a:off x="719400" y="988550"/>
            <a:ext cx="7705200" cy="587700"/>
          </a:xfrm>
          <a:prstGeom prst="rect">
            <a:avLst/>
          </a:prstGeom>
        </p:spPr>
        <p:txBody>
          <a:bodyPr spcFirstLastPara="1" wrap="square" lIns="0" tIns="0" rIns="0" bIns="0" anchor="t" anchorCtr="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a:endParaRPr/>
          </a:p>
        </p:txBody>
      </p:sp>
      <p:sp>
        <p:nvSpPr>
          <p:cNvPr id="657" name="Google Shape;657;p64"/>
          <p:cNvSpPr>
            <a:spLocks noGrp="1"/>
          </p:cNvSpPr>
          <p:nvPr>
            <p:ph type="pic" idx="4"/>
          </p:nvPr>
        </p:nvSpPr>
        <p:spPr>
          <a:xfrm>
            <a:off x="3588150" y="2027104"/>
            <a:ext cx="1967700" cy="131160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tatement - Alt 2">
  <p:cSld name="CUSTOM_2_1_1_1">
    <p:bg>
      <p:bgPr>
        <a:solidFill>
          <a:schemeClr val="accent1"/>
        </a:solidFill>
        <a:effectLst/>
      </p:bgPr>
    </p:bg>
    <p:spTree>
      <p:nvGrpSpPr>
        <p:cNvPr id="1" name="Shape 658"/>
        <p:cNvGrpSpPr/>
        <p:nvPr/>
      </p:nvGrpSpPr>
      <p:grpSpPr>
        <a:xfrm>
          <a:off x="0" y="0"/>
          <a:ext cx="0" cy="0"/>
          <a:chOff x="0" y="0"/>
          <a:chExt cx="0" cy="0"/>
        </a:xfrm>
      </p:grpSpPr>
      <p:pic>
        <p:nvPicPr>
          <p:cNvPr id="659" name="Google Shape;659;p65" descr="A modern glass skyscraper. "/>
          <p:cNvPicPr preferRelativeResize="0"/>
          <p:nvPr/>
        </p:nvPicPr>
        <p:blipFill rotWithShape="1">
          <a:blip r:embed="rId2">
            <a:alphaModFix amt="14000"/>
          </a:blip>
          <a:srcRect b="15605"/>
          <a:stretch/>
        </p:blipFill>
        <p:spPr>
          <a:xfrm>
            <a:off x="0" y="-8150"/>
            <a:ext cx="9144003" cy="5143501"/>
          </a:xfrm>
          <a:prstGeom prst="rect">
            <a:avLst/>
          </a:prstGeom>
          <a:noFill/>
          <a:ln>
            <a:noFill/>
          </a:ln>
        </p:spPr>
      </p:pic>
      <p:sp>
        <p:nvSpPr>
          <p:cNvPr id="660" name="Google Shape;660;p6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61" name="Google Shape;661;p65"/>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2" name="Google Shape;662;p65"/>
          <p:cNvSpPr txBox="1">
            <a:spLocks noGrp="1"/>
          </p:cNvSpPr>
          <p:nvPr>
            <p:ph type="subTitle" idx="2"/>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663" name="Google Shape;663;p65"/>
          <p:cNvSpPr txBox="1">
            <a:spLocks noGrp="1"/>
          </p:cNvSpPr>
          <p:nvPr>
            <p:ph type="title"/>
          </p:nvPr>
        </p:nvSpPr>
        <p:spPr>
          <a:xfrm>
            <a:off x="1128900" y="1430400"/>
            <a:ext cx="6886200" cy="2282700"/>
          </a:xfrm>
          <a:prstGeom prst="rect">
            <a:avLst/>
          </a:prstGeom>
        </p:spPr>
        <p:txBody>
          <a:bodyPr spcFirstLastPara="1" wrap="square" lIns="0" tIns="0" rIns="0" bIns="0" anchor="ctr" anchorCtr="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overview - Six modules">
  <p:cSld name="CUSTOM_3">
    <p:bg>
      <p:bgPr>
        <a:solidFill>
          <a:schemeClr val="lt1"/>
        </a:solidFill>
        <a:effectLst/>
      </p:bgPr>
    </p:bg>
    <p:spTree>
      <p:nvGrpSpPr>
        <p:cNvPr id="1" name="Shape 664"/>
        <p:cNvGrpSpPr/>
        <p:nvPr/>
      </p:nvGrpSpPr>
      <p:grpSpPr>
        <a:xfrm>
          <a:off x="0" y="0"/>
          <a:ext cx="0" cy="0"/>
          <a:chOff x="0" y="0"/>
          <a:chExt cx="0" cy="0"/>
        </a:xfrm>
      </p:grpSpPr>
      <p:cxnSp>
        <p:nvCxnSpPr>
          <p:cNvPr id="665" name="Google Shape;665;p66"/>
          <p:cNvCxnSpPr/>
          <p:nvPr/>
        </p:nvCxnSpPr>
        <p:spPr>
          <a:xfrm>
            <a:off x="6096087" y="1794800"/>
            <a:ext cx="0" cy="2755200"/>
          </a:xfrm>
          <a:prstGeom prst="straightConnector1">
            <a:avLst/>
          </a:prstGeom>
          <a:noFill/>
          <a:ln w="19050" cap="flat" cmpd="sng">
            <a:solidFill>
              <a:schemeClr val="lt1"/>
            </a:solidFill>
            <a:prstDash val="solid"/>
            <a:round/>
            <a:headEnd type="none" w="med" len="med"/>
            <a:tailEnd type="none" w="med" len="med"/>
          </a:ln>
        </p:spPr>
      </p:cxnSp>
      <p:cxnSp>
        <p:nvCxnSpPr>
          <p:cNvPr id="666" name="Google Shape;666;p66"/>
          <p:cNvCxnSpPr/>
          <p:nvPr/>
        </p:nvCxnSpPr>
        <p:spPr>
          <a:xfrm>
            <a:off x="3048087" y="1794800"/>
            <a:ext cx="0" cy="2755200"/>
          </a:xfrm>
          <a:prstGeom prst="straightConnector1">
            <a:avLst/>
          </a:prstGeom>
          <a:noFill/>
          <a:ln w="19050" cap="flat" cmpd="sng">
            <a:solidFill>
              <a:schemeClr val="lt1"/>
            </a:solidFill>
            <a:prstDash val="solid"/>
            <a:round/>
            <a:headEnd type="none" w="med" len="med"/>
            <a:tailEnd type="none" w="med" len="med"/>
          </a:ln>
        </p:spPr>
      </p:cxnSp>
      <p:cxnSp>
        <p:nvCxnSpPr>
          <p:cNvPr id="667" name="Google Shape;667;p66"/>
          <p:cNvCxnSpPr/>
          <p:nvPr/>
        </p:nvCxnSpPr>
        <p:spPr>
          <a:xfrm>
            <a:off x="50" y="3174279"/>
            <a:ext cx="9144000" cy="0"/>
          </a:xfrm>
          <a:prstGeom prst="straightConnector1">
            <a:avLst/>
          </a:prstGeom>
          <a:noFill/>
          <a:ln w="19050" cap="flat" cmpd="sng">
            <a:solidFill>
              <a:schemeClr val="lt1"/>
            </a:solidFill>
            <a:prstDash val="solid"/>
            <a:round/>
            <a:headEnd type="none" w="med" len="med"/>
            <a:tailEnd type="none" w="med" len="med"/>
          </a:ln>
        </p:spPr>
      </p:cxnSp>
      <p:sp>
        <p:nvSpPr>
          <p:cNvPr id="668" name="Google Shape;668;p66"/>
          <p:cNvSpPr txBox="1">
            <a:spLocks noGrp="1"/>
          </p:cNvSpPr>
          <p:nvPr>
            <p:ph type="subTitle" idx="1"/>
          </p:nvPr>
        </p:nvSpPr>
        <p:spPr>
          <a:xfrm>
            <a:off x="363200"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69" name="Google Shape;669;p66"/>
          <p:cNvSpPr txBox="1">
            <a:spLocks noGrp="1"/>
          </p:cNvSpPr>
          <p:nvPr>
            <p:ph type="subTitle" idx="2"/>
          </p:nvPr>
        </p:nvSpPr>
        <p:spPr>
          <a:xfrm>
            <a:off x="361975"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670" name="Google Shape;670;p66"/>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71" name="Google Shape;671;p66"/>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72" name="Google Shape;672;p66"/>
          <p:cNvSpPr txBox="1">
            <a:spLocks noGrp="1"/>
          </p:cNvSpPr>
          <p:nvPr>
            <p:ph type="title"/>
          </p:nvPr>
        </p:nvSpPr>
        <p:spPr>
          <a:xfrm>
            <a:off x="361975" y="962092"/>
            <a:ext cx="57186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673" name="Google Shape;673;p66"/>
          <p:cNvSpPr txBox="1">
            <a:spLocks noGrp="1"/>
          </p:cNvSpPr>
          <p:nvPr>
            <p:ph type="subTitle" idx="4"/>
          </p:nvPr>
        </p:nvSpPr>
        <p:spPr>
          <a:xfrm>
            <a:off x="3411825"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74" name="Google Shape;674;p66"/>
          <p:cNvSpPr txBox="1">
            <a:spLocks noGrp="1"/>
          </p:cNvSpPr>
          <p:nvPr>
            <p:ph type="subTitle" idx="5"/>
          </p:nvPr>
        </p:nvSpPr>
        <p:spPr>
          <a:xfrm>
            <a:off x="3410600"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675" name="Google Shape;675;p66"/>
          <p:cNvSpPr txBox="1">
            <a:spLocks noGrp="1"/>
          </p:cNvSpPr>
          <p:nvPr>
            <p:ph type="subTitle" idx="6"/>
          </p:nvPr>
        </p:nvSpPr>
        <p:spPr>
          <a:xfrm>
            <a:off x="6460475"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76" name="Google Shape;676;p66"/>
          <p:cNvSpPr txBox="1">
            <a:spLocks noGrp="1"/>
          </p:cNvSpPr>
          <p:nvPr>
            <p:ph type="subTitle" idx="7"/>
          </p:nvPr>
        </p:nvSpPr>
        <p:spPr>
          <a:xfrm>
            <a:off x="6459250"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677" name="Google Shape;677;p66"/>
          <p:cNvSpPr txBox="1">
            <a:spLocks noGrp="1"/>
          </p:cNvSpPr>
          <p:nvPr>
            <p:ph type="subTitle" idx="8"/>
          </p:nvPr>
        </p:nvSpPr>
        <p:spPr>
          <a:xfrm>
            <a:off x="363200"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78" name="Google Shape;678;p66"/>
          <p:cNvSpPr txBox="1">
            <a:spLocks noGrp="1"/>
          </p:cNvSpPr>
          <p:nvPr>
            <p:ph type="subTitle" idx="9"/>
          </p:nvPr>
        </p:nvSpPr>
        <p:spPr>
          <a:xfrm>
            <a:off x="361975"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679" name="Google Shape;679;p66"/>
          <p:cNvSpPr txBox="1">
            <a:spLocks noGrp="1"/>
          </p:cNvSpPr>
          <p:nvPr>
            <p:ph type="subTitle" idx="13"/>
          </p:nvPr>
        </p:nvSpPr>
        <p:spPr>
          <a:xfrm>
            <a:off x="3411825"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80" name="Google Shape;680;p66"/>
          <p:cNvSpPr txBox="1">
            <a:spLocks noGrp="1"/>
          </p:cNvSpPr>
          <p:nvPr>
            <p:ph type="subTitle" idx="14"/>
          </p:nvPr>
        </p:nvSpPr>
        <p:spPr>
          <a:xfrm>
            <a:off x="3410600"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681" name="Google Shape;681;p66"/>
          <p:cNvSpPr txBox="1">
            <a:spLocks noGrp="1"/>
          </p:cNvSpPr>
          <p:nvPr>
            <p:ph type="subTitle" idx="15"/>
          </p:nvPr>
        </p:nvSpPr>
        <p:spPr>
          <a:xfrm>
            <a:off x="6460475"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682" name="Google Shape;682;p66"/>
          <p:cNvSpPr txBox="1">
            <a:spLocks noGrp="1"/>
          </p:cNvSpPr>
          <p:nvPr>
            <p:ph type="subTitle" idx="16"/>
          </p:nvPr>
        </p:nvSpPr>
        <p:spPr>
          <a:xfrm>
            <a:off x="6459250"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udience - Alt 1">
  <p:cSld name="CUSTOM_4">
    <p:spTree>
      <p:nvGrpSpPr>
        <p:cNvPr id="1" name="Shape 683"/>
        <p:cNvGrpSpPr/>
        <p:nvPr/>
      </p:nvGrpSpPr>
      <p:grpSpPr>
        <a:xfrm>
          <a:off x="0" y="0"/>
          <a:ext cx="0" cy="0"/>
          <a:chOff x="0" y="0"/>
          <a:chExt cx="0" cy="0"/>
        </a:xfrm>
      </p:grpSpPr>
      <p:sp>
        <p:nvSpPr>
          <p:cNvPr id="684" name="Google Shape;684;p67"/>
          <p:cNvSpPr txBox="1">
            <a:spLocks noGrp="1"/>
          </p:cNvSpPr>
          <p:nvPr>
            <p:ph type="subTitle" idx="1"/>
          </p:nvPr>
        </p:nvSpPr>
        <p:spPr>
          <a:xfrm>
            <a:off x="742900" y="2158550"/>
            <a:ext cx="3213000" cy="1386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685" name="Google Shape;685;p67"/>
          <p:cNvSpPr txBox="1">
            <a:spLocks noGrp="1"/>
          </p:cNvSpPr>
          <p:nvPr>
            <p:ph type="body" idx="2"/>
          </p:nvPr>
        </p:nvSpPr>
        <p:spPr>
          <a:xfrm>
            <a:off x="742900" y="2381875"/>
            <a:ext cx="3213000" cy="461700"/>
          </a:xfrm>
          <a:prstGeom prst="rect">
            <a:avLst/>
          </a:prstGeom>
          <a:noFill/>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686" name="Google Shape;686;p67"/>
          <p:cNvSpPr>
            <a:spLocks noGrp="1"/>
          </p:cNvSpPr>
          <p:nvPr>
            <p:ph type="pic" idx="3"/>
          </p:nvPr>
        </p:nvSpPr>
        <p:spPr>
          <a:xfrm>
            <a:off x="5402575" y="0"/>
            <a:ext cx="3739800" cy="3129600"/>
          </a:xfrm>
          <a:prstGeom prst="rect">
            <a:avLst/>
          </a:prstGeom>
          <a:noFill/>
          <a:ln w="9525" cap="flat" cmpd="sng">
            <a:solidFill>
              <a:schemeClr val="accent6"/>
            </a:solidFill>
            <a:prstDash val="solid"/>
            <a:round/>
            <a:headEnd type="none" w="sm" len="sm"/>
            <a:tailEnd type="none" w="sm" len="sm"/>
          </a:ln>
        </p:spPr>
      </p:sp>
      <p:sp>
        <p:nvSpPr>
          <p:cNvPr id="687" name="Google Shape;687;p67"/>
          <p:cNvSpPr txBox="1">
            <a:spLocks noGrp="1"/>
          </p:cNvSpPr>
          <p:nvPr>
            <p:ph type="title"/>
          </p:nvPr>
        </p:nvSpPr>
        <p:spPr>
          <a:xfrm>
            <a:off x="361975" y="988550"/>
            <a:ext cx="4297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688" name="Google Shape;688;p67"/>
          <p:cNvSpPr txBox="1">
            <a:spLocks noGrp="1"/>
          </p:cNvSpPr>
          <p:nvPr>
            <p:ph type="subTitle" idx="4"/>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9" name="Google Shape;689;p67"/>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90" name="Google Shape;690;p67"/>
          <p:cNvSpPr txBox="1">
            <a:spLocks noGrp="1"/>
          </p:cNvSpPr>
          <p:nvPr>
            <p:ph type="subTitle" idx="5"/>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1" name="Google Shape;691;p67"/>
          <p:cNvSpPr txBox="1">
            <a:spLocks noGrp="1"/>
          </p:cNvSpPr>
          <p:nvPr>
            <p:ph type="subTitle" idx="6"/>
          </p:nvPr>
        </p:nvSpPr>
        <p:spPr>
          <a:xfrm>
            <a:off x="5785175" y="3335324"/>
            <a:ext cx="2991600" cy="277200"/>
          </a:xfrm>
          <a:prstGeom prst="rect">
            <a:avLst/>
          </a:prstGeom>
        </p:spPr>
        <p:txBody>
          <a:bodyPr spcFirstLastPara="1" wrap="square" lIns="0" tIns="0" rIns="0" bIns="0" anchor="t" anchorCtr="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92" name="Google Shape;692;p67"/>
          <p:cNvSpPr txBox="1">
            <a:spLocks noGrp="1"/>
          </p:cNvSpPr>
          <p:nvPr>
            <p:ph type="subTitle" idx="7"/>
          </p:nvPr>
        </p:nvSpPr>
        <p:spPr>
          <a:xfrm>
            <a:off x="742900" y="3910855"/>
            <a:ext cx="3213000" cy="138600"/>
          </a:xfrm>
          <a:prstGeom prst="rect">
            <a:avLst/>
          </a:prstGeom>
          <a:noFill/>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693" name="Google Shape;693;p67"/>
          <p:cNvSpPr txBox="1">
            <a:spLocks noGrp="1"/>
          </p:cNvSpPr>
          <p:nvPr>
            <p:ph type="body" idx="8"/>
          </p:nvPr>
        </p:nvSpPr>
        <p:spPr>
          <a:xfrm>
            <a:off x="742900" y="4134180"/>
            <a:ext cx="3213000" cy="461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694" name="Google Shape;694;p67"/>
          <p:cNvSpPr txBox="1">
            <a:spLocks noGrp="1"/>
          </p:cNvSpPr>
          <p:nvPr>
            <p:ph type="subTitle" idx="9"/>
          </p:nvPr>
        </p:nvSpPr>
        <p:spPr>
          <a:xfrm>
            <a:off x="742900" y="3050778"/>
            <a:ext cx="3213000" cy="138600"/>
          </a:xfrm>
          <a:prstGeom prst="rect">
            <a:avLst/>
          </a:prstGeom>
          <a:noFill/>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695" name="Google Shape;695;p67"/>
          <p:cNvSpPr txBox="1">
            <a:spLocks noGrp="1"/>
          </p:cNvSpPr>
          <p:nvPr>
            <p:ph type="body" idx="13"/>
          </p:nvPr>
        </p:nvSpPr>
        <p:spPr>
          <a:xfrm>
            <a:off x="742900" y="3274103"/>
            <a:ext cx="3213000" cy="461700"/>
          </a:xfrm>
          <a:prstGeom prst="rect">
            <a:avLst/>
          </a:prstGeom>
          <a:noFill/>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696" name="Google Shape;696;p67"/>
          <p:cNvSpPr txBox="1">
            <a:spLocks noGrp="1"/>
          </p:cNvSpPr>
          <p:nvPr>
            <p:ph type="body" idx="14"/>
          </p:nvPr>
        </p:nvSpPr>
        <p:spPr>
          <a:xfrm>
            <a:off x="5785175" y="4134175"/>
            <a:ext cx="2991600" cy="461700"/>
          </a:xfrm>
          <a:prstGeom prst="rect">
            <a:avLst/>
          </a:prstGeom>
        </p:spPr>
        <p:txBody>
          <a:bodyPr spcFirstLastPara="1" wrap="square" lIns="0" tIns="0" rIns="0" bIns="0" anchor="b" anchorCtr="0">
            <a:noAutofit/>
          </a:bodyPr>
          <a:lstStyle>
            <a:lvl1pPr marL="457200" lvl="0" indent="-292100">
              <a:spcBef>
                <a:spcPts val="0"/>
              </a:spcBef>
              <a:spcAft>
                <a:spcPts val="0"/>
              </a:spcAft>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Audience - Alt 2">
  <p:cSld name="CUSTOM_4_1">
    <p:spTree>
      <p:nvGrpSpPr>
        <p:cNvPr id="1" name="Shape 697"/>
        <p:cNvGrpSpPr/>
        <p:nvPr/>
      </p:nvGrpSpPr>
      <p:grpSpPr>
        <a:xfrm>
          <a:off x="0" y="0"/>
          <a:ext cx="0" cy="0"/>
          <a:chOff x="0" y="0"/>
          <a:chExt cx="0" cy="0"/>
        </a:xfrm>
      </p:grpSpPr>
      <p:sp>
        <p:nvSpPr>
          <p:cNvPr id="698" name="Google Shape;698;p68"/>
          <p:cNvSpPr>
            <a:spLocks noGrp="1"/>
          </p:cNvSpPr>
          <p:nvPr>
            <p:ph type="pic" idx="2"/>
          </p:nvPr>
        </p:nvSpPr>
        <p:spPr>
          <a:xfrm>
            <a:off x="75" y="0"/>
            <a:ext cx="2853300" cy="2436600"/>
          </a:xfrm>
          <a:prstGeom prst="rect">
            <a:avLst/>
          </a:prstGeom>
          <a:noFill/>
          <a:ln>
            <a:noFill/>
          </a:ln>
        </p:spPr>
      </p:sp>
      <p:sp>
        <p:nvSpPr>
          <p:cNvPr id="699" name="Google Shape;699;p68"/>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00" name="Google Shape;700;p68"/>
          <p:cNvSpPr txBox="1">
            <a:spLocks noGrp="1"/>
          </p:cNvSpPr>
          <p:nvPr>
            <p:ph type="subTitle" idx="1"/>
          </p:nvPr>
        </p:nvSpPr>
        <p:spPr>
          <a:xfrm>
            <a:off x="361975" y="2614325"/>
            <a:ext cx="2061600" cy="277200"/>
          </a:xfrm>
          <a:prstGeom prst="rect">
            <a:avLst/>
          </a:prstGeom>
        </p:spPr>
        <p:txBody>
          <a:bodyPr spcFirstLastPara="1" wrap="square" lIns="0" tIns="0" rIns="0" bIns="0" anchor="t" anchorCtr="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eam - Four members">
  <p:cSld name="CUSTOM_5">
    <p:bg>
      <p:bgPr>
        <a:solidFill>
          <a:schemeClr val="lt1"/>
        </a:solidFill>
        <a:effectLst/>
      </p:bgPr>
    </p:bg>
    <p:spTree>
      <p:nvGrpSpPr>
        <p:cNvPr id="1" name="Shape 701"/>
        <p:cNvGrpSpPr/>
        <p:nvPr/>
      </p:nvGrpSpPr>
      <p:grpSpPr>
        <a:xfrm>
          <a:off x="0" y="0"/>
          <a:ext cx="0" cy="0"/>
          <a:chOff x="0" y="0"/>
          <a:chExt cx="0" cy="0"/>
        </a:xfrm>
      </p:grpSpPr>
      <p:sp>
        <p:nvSpPr>
          <p:cNvPr id="702" name="Google Shape;702;p69"/>
          <p:cNvSpPr txBox="1">
            <a:spLocks noGrp="1"/>
          </p:cNvSpPr>
          <p:nvPr>
            <p:ph type="body" idx="1"/>
          </p:nvPr>
        </p:nvSpPr>
        <p:spPr>
          <a:xfrm>
            <a:off x="352800"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703" name="Google Shape;703;p69"/>
          <p:cNvSpPr txBox="1">
            <a:spLocks noGrp="1"/>
          </p:cNvSpPr>
          <p:nvPr>
            <p:ph type="body" idx="2"/>
          </p:nvPr>
        </p:nvSpPr>
        <p:spPr>
          <a:xfrm>
            <a:off x="7187875"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704" name="Google Shape;704;p69"/>
          <p:cNvSpPr txBox="1">
            <a:spLocks noGrp="1"/>
          </p:cNvSpPr>
          <p:nvPr>
            <p:ph type="body" idx="3"/>
          </p:nvPr>
        </p:nvSpPr>
        <p:spPr>
          <a:xfrm>
            <a:off x="4924400"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705" name="Google Shape;705;p69"/>
          <p:cNvSpPr txBox="1">
            <a:spLocks noGrp="1"/>
          </p:cNvSpPr>
          <p:nvPr>
            <p:ph type="body" idx="4"/>
          </p:nvPr>
        </p:nvSpPr>
        <p:spPr>
          <a:xfrm>
            <a:off x="2643063"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706" name="Google Shape;706;p69"/>
          <p:cNvSpPr>
            <a:spLocks noGrp="1"/>
          </p:cNvSpPr>
          <p:nvPr>
            <p:ph type="pic" idx="5"/>
          </p:nvPr>
        </p:nvSpPr>
        <p:spPr>
          <a:xfrm>
            <a:off x="2941550" y="1923334"/>
            <a:ext cx="991800" cy="991800"/>
          </a:xfrm>
          <a:prstGeom prst="rect">
            <a:avLst/>
          </a:prstGeom>
          <a:noFill/>
          <a:ln>
            <a:noFill/>
          </a:ln>
        </p:spPr>
      </p:sp>
      <p:sp>
        <p:nvSpPr>
          <p:cNvPr id="707" name="Google Shape;707;p69"/>
          <p:cNvSpPr>
            <a:spLocks noGrp="1"/>
          </p:cNvSpPr>
          <p:nvPr>
            <p:ph type="pic" idx="6"/>
          </p:nvPr>
        </p:nvSpPr>
        <p:spPr>
          <a:xfrm>
            <a:off x="5227063" y="1923334"/>
            <a:ext cx="991800" cy="991800"/>
          </a:xfrm>
          <a:prstGeom prst="rect">
            <a:avLst/>
          </a:prstGeom>
          <a:noFill/>
          <a:ln>
            <a:noFill/>
          </a:ln>
        </p:spPr>
      </p:sp>
      <p:sp>
        <p:nvSpPr>
          <p:cNvPr id="708" name="Google Shape;708;p69"/>
          <p:cNvSpPr>
            <a:spLocks noGrp="1"/>
          </p:cNvSpPr>
          <p:nvPr>
            <p:ph type="pic" idx="7"/>
          </p:nvPr>
        </p:nvSpPr>
        <p:spPr>
          <a:xfrm>
            <a:off x="7495263" y="1923334"/>
            <a:ext cx="991800" cy="991800"/>
          </a:xfrm>
          <a:prstGeom prst="rect">
            <a:avLst/>
          </a:prstGeom>
          <a:noFill/>
          <a:ln>
            <a:noFill/>
          </a:ln>
        </p:spPr>
      </p:sp>
      <p:cxnSp>
        <p:nvCxnSpPr>
          <p:cNvPr id="709" name="Google Shape;709;p69"/>
          <p:cNvCxnSpPr/>
          <p:nvPr/>
        </p:nvCxnSpPr>
        <p:spPr>
          <a:xfrm>
            <a:off x="2286125" y="1801500"/>
            <a:ext cx="0" cy="3342000"/>
          </a:xfrm>
          <a:prstGeom prst="straightConnector1">
            <a:avLst/>
          </a:prstGeom>
          <a:noFill/>
          <a:ln w="19050" cap="flat" cmpd="sng">
            <a:solidFill>
              <a:schemeClr val="lt1"/>
            </a:solidFill>
            <a:prstDash val="solid"/>
            <a:round/>
            <a:headEnd type="none" w="med" len="med"/>
            <a:tailEnd type="none" w="med" len="med"/>
          </a:ln>
        </p:spPr>
      </p:cxnSp>
      <p:cxnSp>
        <p:nvCxnSpPr>
          <p:cNvPr id="710" name="Google Shape;710;p69"/>
          <p:cNvCxnSpPr/>
          <p:nvPr/>
        </p:nvCxnSpPr>
        <p:spPr>
          <a:xfrm>
            <a:off x="4580525" y="1801500"/>
            <a:ext cx="0" cy="3342000"/>
          </a:xfrm>
          <a:prstGeom prst="straightConnector1">
            <a:avLst/>
          </a:prstGeom>
          <a:noFill/>
          <a:ln w="19050" cap="flat" cmpd="sng">
            <a:solidFill>
              <a:schemeClr val="lt1"/>
            </a:solidFill>
            <a:prstDash val="solid"/>
            <a:round/>
            <a:headEnd type="none" w="med" len="med"/>
            <a:tailEnd type="none" w="med" len="med"/>
          </a:ln>
        </p:spPr>
      </p:cxnSp>
      <p:cxnSp>
        <p:nvCxnSpPr>
          <p:cNvPr id="711" name="Google Shape;711;p69"/>
          <p:cNvCxnSpPr/>
          <p:nvPr/>
        </p:nvCxnSpPr>
        <p:spPr>
          <a:xfrm>
            <a:off x="6857075" y="1801500"/>
            <a:ext cx="0" cy="3342000"/>
          </a:xfrm>
          <a:prstGeom prst="straightConnector1">
            <a:avLst/>
          </a:prstGeom>
          <a:noFill/>
          <a:ln w="19050" cap="flat" cmpd="sng">
            <a:solidFill>
              <a:schemeClr val="lt1"/>
            </a:solidFill>
            <a:prstDash val="solid"/>
            <a:round/>
            <a:headEnd type="none" w="med" len="med"/>
            <a:tailEnd type="none" w="med" len="med"/>
          </a:ln>
        </p:spPr>
      </p:cxnSp>
      <p:sp>
        <p:nvSpPr>
          <p:cNvPr id="712" name="Google Shape;712;p69"/>
          <p:cNvSpPr>
            <a:spLocks noGrp="1"/>
          </p:cNvSpPr>
          <p:nvPr>
            <p:ph type="pic" idx="8"/>
          </p:nvPr>
        </p:nvSpPr>
        <p:spPr>
          <a:xfrm>
            <a:off x="651288" y="1923334"/>
            <a:ext cx="991800" cy="991800"/>
          </a:xfrm>
          <a:prstGeom prst="rect">
            <a:avLst/>
          </a:prstGeom>
          <a:noFill/>
          <a:ln>
            <a:noFill/>
          </a:ln>
        </p:spPr>
      </p:sp>
      <p:sp>
        <p:nvSpPr>
          <p:cNvPr id="713" name="Google Shape;713;p69"/>
          <p:cNvSpPr txBox="1">
            <a:spLocks noGrp="1"/>
          </p:cNvSpPr>
          <p:nvPr>
            <p:ph type="title"/>
          </p:nvPr>
        </p:nvSpPr>
        <p:spPr>
          <a:xfrm>
            <a:off x="361975" y="962092"/>
            <a:ext cx="57186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714" name="Google Shape;714;p69"/>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15" name="Google Shape;715;p69"/>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716" name="Google Shape;716;p69"/>
          <p:cNvSpPr txBox="1">
            <a:spLocks noGrp="1"/>
          </p:cNvSpPr>
          <p:nvPr>
            <p:ph type="subTitle" idx="13"/>
          </p:nvPr>
        </p:nvSpPr>
        <p:spPr>
          <a:xfrm>
            <a:off x="353250"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717" name="Google Shape;717;p69"/>
          <p:cNvSpPr txBox="1">
            <a:spLocks noGrp="1"/>
          </p:cNvSpPr>
          <p:nvPr>
            <p:ph type="subTitle" idx="14"/>
          </p:nvPr>
        </p:nvSpPr>
        <p:spPr>
          <a:xfrm>
            <a:off x="353250"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718" name="Google Shape;718;p69"/>
          <p:cNvSpPr txBox="1">
            <a:spLocks noGrp="1"/>
          </p:cNvSpPr>
          <p:nvPr>
            <p:ph type="subTitle" idx="15"/>
          </p:nvPr>
        </p:nvSpPr>
        <p:spPr>
          <a:xfrm>
            <a:off x="353250"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719" name="Google Shape;719;p69"/>
          <p:cNvSpPr txBox="1">
            <a:spLocks noGrp="1"/>
          </p:cNvSpPr>
          <p:nvPr>
            <p:ph type="subTitle" idx="16"/>
          </p:nvPr>
        </p:nvSpPr>
        <p:spPr>
          <a:xfrm>
            <a:off x="7188325"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720" name="Google Shape;720;p69"/>
          <p:cNvSpPr txBox="1">
            <a:spLocks noGrp="1"/>
          </p:cNvSpPr>
          <p:nvPr>
            <p:ph type="subTitle" idx="17"/>
          </p:nvPr>
        </p:nvSpPr>
        <p:spPr>
          <a:xfrm>
            <a:off x="7188325"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721" name="Google Shape;721;p69"/>
          <p:cNvSpPr txBox="1">
            <a:spLocks noGrp="1"/>
          </p:cNvSpPr>
          <p:nvPr>
            <p:ph type="subTitle" idx="18"/>
          </p:nvPr>
        </p:nvSpPr>
        <p:spPr>
          <a:xfrm>
            <a:off x="7188325"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722" name="Google Shape;722;p69"/>
          <p:cNvSpPr txBox="1">
            <a:spLocks noGrp="1"/>
          </p:cNvSpPr>
          <p:nvPr>
            <p:ph type="subTitle" idx="19"/>
          </p:nvPr>
        </p:nvSpPr>
        <p:spPr>
          <a:xfrm>
            <a:off x="4924850"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723" name="Google Shape;723;p69"/>
          <p:cNvSpPr txBox="1">
            <a:spLocks noGrp="1"/>
          </p:cNvSpPr>
          <p:nvPr>
            <p:ph type="subTitle" idx="20"/>
          </p:nvPr>
        </p:nvSpPr>
        <p:spPr>
          <a:xfrm>
            <a:off x="4924850"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724" name="Google Shape;724;p69"/>
          <p:cNvSpPr txBox="1">
            <a:spLocks noGrp="1"/>
          </p:cNvSpPr>
          <p:nvPr>
            <p:ph type="subTitle" idx="21"/>
          </p:nvPr>
        </p:nvSpPr>
        <p:spPr>
          <a:xfrm>
            <a:off x="4924850"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725" name="Google Shape;725;p69"/>
          <p:cNvSpPr txBox="1">
            <a:spLocks noGrp="1"/>
          </p:cNvSpPr>
          <p:nvPr>
            <p:ph type="subTitle" idx="22"/>
          </p:nvPr>
        </p:nvSpPr>
        <p:spPr>
          <a:xfrm>
            <a:off x="2643513"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726" name="Google Shape;726;p69"/>
          <p:cNvSpPr txBox="1">
            <a:spLocks noGrp="1"/>
          </p:cNvSpPr>
          <p:nvPr>
            <p:ph type="subTitle" idx="23"/>
          </p:nvPr>
        </p:nvSpPr>
        <p:spPr>
          <a:xfrm>
            <a:off x="2643513"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727" name="Google Shape;727;p69"/>
          <p:cNvSpPr txBox="1">
            <a:spLocks noGrp="1"/>
          </p:cNvSpPr>
          <p:nvPr>
            <p:ph type="subTitle" idx="24"/>
          </p:nvPr>
        </p:nvSpPr>
        <p:spPr>
          <a:xfrm>
            <a:off x="2643513"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eam - Eight members">
  <p:cSld name="CUSTOM_6">
    <p:spTree>
      <p:nvGrpSpPr>
        <p:cNvPr id="1" name="Shape 728"/>
        <p:cNvGrpSpPr/>
        <p:nvPr/>
      </p:nvGrpSpPr>
      <p:grpSpPr>
        <a:xfrm>
          <a:off x="0" y="0"/>
          <a:ext cx="0" cy="0"/>
          <a:chOff x="0" y="0"/>
          <a:chExt cx="0" cy="0"/>
        </a:xfrm>
      </p:grpSpPr>
      <p:sp>
        <p:nvSpPr>
          <p:cNvPr id="729" name="Google Shape;729;p70"/>
          <p:cNvSpPr txBox="1">
            <a:spLocks noGrp="1"/>
          </p:cNvSpPr>
          <p:nvPr>
            <p:ph type="subTitle" idx="1"/>
          </p:nvPr>
        </p:nvSpPr>
        <p:spPr>
          <a:xfrm>
            <a:off x="6750600" y="1283963"/>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30" name="Google Shape;730;p70"/>
          <p:cNvSpPr txBox="1">
            <a:spLocks noGrp="1"/>
          </p:cNvSpPr>
          <p:nvPr>
            <p:ph type="subTitle" idx="2"/>
          </p:nvPr>
        </p:nvSpPr>
        <p:spPr>
          <a:xfrm>
            <a:off x="6750600" y="1054750"/>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31" name="Google Shape;731;p70"/>
          <p:cNvSpPr txBox="1">
            <a:spLocks noGrp="1"/>
          </p:cNvSpPr>
          <p:nvPr>
            <p:ph type="subTitle" idx="3"/>
          </p:nvPr>
        </p:nvSpPr>
        <p:spPr>
          <a:xfrm>
            <a:off x="6750600" y="1427900"/>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32" name="Google Shape;732;p70"/>
          <p:cNvSpPr>
            <a:spLocks noGrp="1"/>
          </p:cNvSpPr>
          <p:nvPr>
            <p:ph type="pic" idx="4"/>
          </p:nvPr>
        </p:nvSpPr>
        <p:spPr>
          <a:xfrm>
            <a:off x="6080709" y="1066100"/>
            <a:ext cx="530400" cy="530400"/>
          </a:xfrm>
          <a:prstGeom prst="rect">
            <a:avLst/>
          </a:prstGeom>
          <a:noFill/>
          <a:ln>
            <a:noFill/>
          </a:ln>
        </p:spPr>
      </p:sp>
      <p:sp>
        <p:nvSpPr>
          <p:cNvPr id="733" name="Google Shape;733;p70"/>
          <p:cNvSpPr txBox="1">
            <a:spLocks noGrp="1"/>
          </p:cNvSpPr>
          <p:nvPr>
            <p:ph type="subTitle" idx="5"/>
          </p:nvPr>
        </p:nvSpPr>
        <p:spPr>
          <a:xfrm>
            <a:off x="3824550" y="1283963"/>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34" name="Google Shape;734;p70"/>
          <p:cNvSpPr txBox="1">
            <a:spLocks noGrp="1"/>
          </p:cNvSpPr>
          <p:nvPr>
            <p:ph type="subTitle" idx="6"/>
          </p:nvPr>
        </p:nvSpPr>
        <p:spPr>
          <a:xfrm>
            <a:off x="3824550" y="1054750"/>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35" name="Google Shape;735;p70"/>
          <p:cNvSpPr txBox="1">
            <a:spLocks noGrp="1"/>
          </p:cNvSpPr>
          <p:nvPr>
            <p:ph type="subTitle" idx="7"/>
          </p:nvPr>
        </p:nvSpPr>
        <p:spPr>
          <a:xfrm>
            <a:off x="3824550" y="1427900"/>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36" name="Google Shape;736;p70"/>
          <p:cNvSpPr>
            <a:spLocks noGrp="1"/>
          </p:cNvSpPr>
          <p:nvPr>
            <p:ph type="pic" idx="8"/>
          </p:nvPr>
        </p:nvSpPr>
        <p:spPr>
          <a:xfrm>
            <a:off x="3154659" y="1066100"/>
            <a:ext cx="530400" cy="530400"/>
          </a:xfrm>
          <a:prstGeom prst="rect">
            <a:avLst/>
          </a:prstGeom>
          <a:noFill/>
          <a:ln>
            <a:noFill/>
          </a:ln>
        </p:spPr>
      </p:sp>
      <p:sp>
        <p:nvSpPr>
          <p:cNvPr id="737" name="Google Shape;737;p70"/>
          <p:cNvSpPr txBox="1">
            <a:spLocks noGrp="1"/>
          </p:cNvSpPr>
          <p:nvPr>
            <p:ph type="subTitle" idx="9"/>
          </p:nvPr>
        </p:nvSpPr>
        <p:spPr>
          <a:xfrm>
            <a:off x="6750600" y="2193728"/>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38" name="Google Shape;738;p70"/>
          <p:cNvSpPr txBox="1">
            <a:spLocks noGrp="1"/>
          </p:cNvSpPr>
          <p:nvPr>
            <p:ph type="subTitle" idx="13"/>
          </p:nvPr>
        </p:nvSpPr>
        <p:spPr>
          <a:xfrm>
            <a:off x="6750600" y="1964514"/>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39" name="Google Shape;739;p70"/>
          <p:cNvSpPr txBox="1">
            <a:spLocks noGrp="1"/>
          </p:cNvSpPr>
          <p:nvPr>
            <p:ph type="subTitle" idx="14"/>
          </p:nvPr>
        </p:nvSpPr>
        <p:spPr>
          <a:xfrm>
            <a:off x="6750600" y="2337664"/>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40" name="Google Shape;740;p70"/>
          <p:cNvSpPr>
            <a:spLocks noGrp="1"/>
          </p:cNvSpPr>
          <p:nvPr>
            <p:ph type="pic" idx="15"/>
          </p:nvPr>
        </p:nvSpPr>
        <p:spPr>
          <a:xfrm>
            <a:off x="6080709" y="1975864"/>
            <a:ext cx="530400" cy="530400"/>
          </a:xfrm>
          <a:prstGeom prst="rect">
            <a:avLst/>
          </a:prstGeom>
          <a:noFill/>
          <a:ln>
            <a:noFill/>
          </a:ln>
        </p:spPr>
      </p:sp>
      <p:sp>
        <p:nvSpPr>
          <p:cNvPr id="741" name="Google Shape;741;p70"/>
          <p:cNvSpPr txBox="1">
            <a:spLocks noGrp="1"/>
          </p:cNvSpPr>
          <p:nvPr>
            <p:ph type="subTitle" idx="16"/>
          </p:nvPr>
        </p:nvSpPr>
        <p:spPr>
          <a:xfrm>
            <a:off x="3824550" y="2193728"/>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42" name="Google Shape;742;p70"/>
          <p:cNvSpPr txBox="1">
            <a:spLocks noGrp="1"/>
          </p:cNvSpPr>
          <p:nvPr>
            <p:ph type="subTitle" idx="17"/>
          </p:nvPr>
        </p:nvSpPr>
        <p:spPr>
          <a:xfrm>
            <a:off x="3824550" y="1964514"/>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43" name="Google Shape;743;p70"/>
          <p:cNvSpPr txBox="1">
            <a:spLocks noGrp="1"/>
          </p:cNvSpPr>
          <p:nvPr>
            <p:ph type="subTitle" idx="18"/>
          </p:nvPr>
        </p:nvSpPr>
        <p:spPr>
          <a:xfrm>
            <a:off x="3824550" y="2337664"/>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44" name="Google Shape;744;p70"/>
          <p:cNvSpPr>
            <a:spLocks noGrp="1"/>
          </p:cNvSpPr>
          <p:nvPr>
            <p:ph type="pic" idx="19"/>
          </p:nvPr>
        </p:nvSpPr>
        <p:spPr>
          <a:xfrm>
            <a:off x="3154659" y="1975864"/>
            <a:ext cx="530400" cy="530400"/>
          </a:xfrm>
          <a:prstGeom prst="rect">
            <a:avLst/>
          </a:prstGeom>
          <a:noFill/>
          <a:ln>
            <a:noFill/>
          </a:ln>
        </p:spPr>
      </p:sp>
      <p:sp>
        <p:nvSpPr>
          <p:cNvPr id="745" name="Google Shape;745;p70"/>
          <p:cNvSpPr txBox="1">
            <a:spLocks noGrp="1"/>
          </p:cNvSpPr>
          <p:nvPr>
            <p:ph type="subTitle" idx="20"/>
          </p:nvPr>
        </p:nvSpPr>
        <p:spPr>
          <a:xfrm>
            <a:off x="6750600" y="3101715"/>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46" name="Google Shape;746;p70"/>
          <p:cNvSpPr txBox="1">
            <a:spLocks noGrp="1"/>
          </p:cNvSpPr>
          <p:nvPr>
            <p:ph type="subTitle" idx="21"/>
          </p:nvPr>
        </p:nvSpPr>
        <p:spPr>
          <a:xfrm>
            <a:off x="6750600" y="2872502"/>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47" name="Google Shape;747;p70"/>
          <p:cNvSpPr txBox="1">
            <a:spLocks noGrp="1"/>
          </p:cNvSpPr>
          <p:nvPr>
            <p:ph type="subTitle" idx="22"/>
          </p:nvPr>
        </p:nvSpPr>
        <p:spPr>
          <a:xfrm>
            <a:off x="6750600" y="3245652"/>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48" name="Google Shape;748;p70"/>
          <p:cNvSpPr>
            <a:spLocks noGrp="1"/>
          </p:cNvSpPr>
          <p:nvPr>
            <p:ph type="pic" idx="23"/>
          </p:nvPr>
        </p:nvSpPr>
        <p:spPr>
          <a:xfrm>
            <a:off x="6080709" y="2883852"/>
            <a:ext cx="530400" cy="530400"/>
          </a:xfrm>
          <a:prstGeom prst="rect">
            <a:avLst/>
          </a:prstGeom>
          <a:noFill/>
          <a:ln>
            <a:noFill/>
          </a:ln>
        </p:spPr>
      </p:sp>
      <p:sp>
        <p:nvSpPr>
          <p:cNvPr id="749" name="Google Shape;749;p70"/>
          <p:cNvSpPr txBox="1">
            <a:spLocks noGrp="1"/>
          </p:cNvSpPr>
          <p:nvPr>
            <p:ph type="subTitle" idx="24"/>
          </p:nvPr>
        </p:nvSpPr>
        <p:spPr>
          <a:xfrm>
            <a:off x="3824550" y="3101715"/>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50" name="Google Shape;750;p70"/>
          <p:cNvSpPr txBox="1">
            <a:spLocks noGrp="1"/>
          </p:cNvSpPr>
          <p:nvPr>
            <p:ph type="subTitle" idx="25"/>
          </p:nvPr>
        </p:nvSpPr>
        <p:spPr>
          <a:xfrm>
            <a:off x="3824550" y="2872502"/>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51" name="Google Shape;751;p70"/>
          <p:cNvSpPr txBox="1">
            <a:spLocks noGrp="1"/>
          </p:cNvSpPr>
          <p:nvPr>
            <p:ph type="subTitle" idx="26"/>
          </p:nvPr>
        </p:nvSpPr>
        <p:spPr>
          <a:xfrm>
            <a:off x="3824550" y="3245652"/>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52" name="Google Shape;752;p70"/>
          <p:cNvSpPr>
            <a:spLocks noGrp="1"/>
          </p:cNvSpPr>
          <p:nvPr>
            <p:ph type="pic" idx="27"/>
          </p:nvPr>
        </p:nvSpPr>
        <p:spPr>
          <a:xfrm>
            <a:off x="3154659" y="2883852"/>
            <a:ext cx="530400" cy="530400"/>
          </a:xfrm>
          <a:prstGeom prst="rect">
            <a:avLst/>
          </a:prstGeom>
          <a:noFill/>
          <a:ln>
            <a:noFill/>
          </a:ln>
        </p:spPr>
      </p:sp>
      <p:sp>
        <p:nvSpPr>
          <p:cNvPr id="753" name="Google Shape;753;p70"/>
          <p:cNvSpPr txBox="1">
            <a:spLocks noGrp="1"/>
          </p:cNvSpPr>
          <p:nvPr>
            <p:ph type="subTitle" idx="28"/>
          </p:nvPr>
        </p:nvSpPr>
        <p:spPr>
          <a:xfrm>
            <a:off x="6750600" y="4022919"/>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54" name="Google Shape;754;p70"/>
          <p:cNvSpPr txBox="1">
            <a:spLocks noGrp="1"/>
          </p:cNvSpPr>
          <p:nvPr>
            <p:ph type="subTitle" idx="29"/>
          </p:nvPr>
        </p:nvSpPr>
        <p:spPr>
          <a:xfrm>
            <a:off x="6750600" y="3793706"/>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55" name="Google Shape;755;p70"/>
          <p:cNvSpPr txBox="1">
            <a:spLocks noGrp="1"/>
          </p:cNvSpPr>
          <p:nvPr>
            <p:ph type="subTitle" idx="30"/>
          </p:nvPr>
        </p:nvSpPr>
        <p:spPr>
          <a:xfrm>
            <a:off x="6750600" y="4166856"/>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56" name="Google Shape;756;p70"/>
          <p:cNvSpPr>
            <a:spLocks noGrp="1"/>
          </p:cNvSpPr>
          <p:nvPr>
            <p:ph type="pic" idx="31"/>
          </p:nvPr>
        </p:nvSpPr>
        <p:spPr>
          <a:xfrm>
            <a:off x="6080709" y="3805056"/>
            <a:ext cx="530400" cy="530400"/>
          </a:xfrm>
          <a:prstGeom prst="rect">
            <a:avLst/>
          </a:prstGeom>
          <a:noFill/>
          <a:ln>
            <a:noFill/>
          </a:ln>
        </p:spPr>
      </p:sp>
      <p:sp>
        <p:nvSpPr>
          <p:cNvPr id="757" name="Google Shape;757;p70"/>
          <p:cNvSpPr txBox="1">
            <a:spLocks noGrp="1"/>
          </p:cNvSpPr>
          <p:nvPr>
            <p:ph type="subTitle" idx="32"/>
          </p:nvPr>
        </p:nvSpPr>
        <p:spPr>
          <a:xfrm>
            <a:off x="3824550" y="4022919"/>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758" name="Google Shape;758;p70"/>
          <p:cNvSpPr txBox="1">
            <a:spLocks noGrp="1"/>
          </p:cNvSpPr>
          <p:nvPr>
            <p:ph type="subTitle" idx="33"/>
          </p:nvPr>
        </p:nvSpPr>
        <p:spPr>
          <a:xfrm>
            <a:off x="3824550" y="3793706"/>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759" name="Google Shape;759;p70"/>
          <p:cNvSpPr txBox="1">
            <a:spLocks noGrp="1"/>
          </p:cNvSpPr>
          <p:nvPr>
            <p:ph type="subTitle" idx="34"/>
          </p:nvPr>
        </p:nvSpPr>
        <p:spPr>
          <a:xfrm>
            <a:off x="3824550" y="4166856"/>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760" name="Google Shape;760;p70"/>
          <p:cNvSpPr>
            <a:spLocks noGrp="1"/>
          </p:cNvSpPr>
          <p:nvPr>
            <p:ph type="pic" idx="35"/>
          </p:nvPr>
        </p:nvSpPr>
        <p:spPr>
          <a:xfrm>
            <a:off x="3154659" y="3805056"/>
            <a:ext cx="530400" cy="530400"/>
          </a:xfrm>
          <a:prstGeom prst="rect">
            <a:avLst/>
          </a:prstGeom>
          <a:noFill/>
          <a:ln>
            <a:noFill/>
          </a:ln>
        </p:spPr>
      </p:sp>
      <p:sp>
        <p:nvSpPr>
          <p:cNvPr id="761" name="Google Shape;761;p70"/>
          <p:cNvSpPr txBox="1">
            <a:spLocks noGrp="1"/>
          </p:cNvSpPr>
          <p:nvPr>
            <p:ph type="title"/>
          </p:nvPr>
        </p:nvSpPr>
        <p:spPr>
          <a:xfrm>
            <a:off x="361975" y="962100"/>
            <a:ext cx="24507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a:endParaRPr/>
          </a:p>
        </p:txBody>
      </p:sp>
      <p:sp>
        <p:nvSpPr>
          <p:cNvPr id="762" name="Google Shape;762;p7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63" name="Google Shape;763;p70"/>
          <p:cNvSpPr txBox="1">
            <a:spLocks noGrp="1"/>
          </p:cNvSpPr>
          <p:nvPr>
            <p:ph type="subTitle" idx="36"/>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potlight - Alt 2">
  <p:cSld name="CUSTOM_7_1">
    <p:bg>
      <p:bgPr>
        <a:solidFill>
          <a:schemeClr val="accent2"/>
        </a:solidFill>
        <a:effectLst/>
      </p:bgPr>
    </p:bg>
    <p:spTree>
      <p:nvGrpSpPr>
        <p:cNvPr id="1" name="Shape 764"/>
        <p:cNvGrpSpPr/>
        <p:nvPr/>
      </p:nvGrpSpPr>
      <p:grpSpPr>
        <a:xfrm>
          <a:off x="0" y="0"/>
          <a:ext cx="0" cy="0"/>
          <a:chOff x="0" y="0"/>
          <a:chExt cx="0" cy="0"/>
        </a:xfrm>
      </p:grpSpPr>
      <p:sp>
        <p:nvSpPr>
          <p:cNvPr id="765" name="Google Shape;765;p71"/>
          <p:cNvSpPr/>
          <p:nvPr/>
        </p:nvSpPr>
        <p:spPr>
          <a:xfrm>
            <a:off x="0" y="0"/>
            <a:ext cx="4567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766" name="Google Shape;766;p71"/>
          <p:cNvSpPr txBox="1">
            <a:spLocks noGrp="1"/>
          </p:cNvSpPr>
          <p:nvPr>
            <p:ph type="title"/>
          </p:nvPr>
        </p:nvSpPr>
        <p:spPr>
          <a:xfrm>
            <a:off x="4975925" y="989088"/>
            <a:ext cx="37836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a:endParaRPr/>
          </a:p>
        </p:txBody>
      </p:sp>
      <p:sp>
        <p:nvSpPr>
          <p:cNvPr id="767" name="Google Shape;767;p71"/>
          <p:cNvSpPr>
            <a:spLocks noGrp="1"/>
          </p:cNvSpPr>
          <p:nvPr>
            <p:ph type="pic" idx="2"/>
          </p:nvPr>
        </p:nvSpPr>
        <p:spPr>
          <a:xfrm flipH="1">
            <a:off x="953803" y="1066100"/>
            <a:ext cx="2664300" cy="3002700"/>
          </a:xfrm>
          <a:prstGeom prst="rect">
            <a:avLst/>
          </a:prstGeom>
          <a:noFill/>
          <a:ln>
            <a:noFill/>
          </a:ln>
        </p:spPr>
      </p:sp>
      <p:sp>
        <p:nvSpPr>
          <p:cNvPr id="768" name="Google Shape;768;p71"/>
          <p:cNvSpPr txBox="1">
            <a:spLocks noGrp="1"/>
          </p:cNvSpPr>
          <p:nvPr>
            <p:ph type="body" idx="1"/>
          </p:nvPr>
        </p:nvSpPr>
        <p:spPr>
          <a:xfrm>
            <a:off x="4975925" y="4125662"/>
            <a:ext cx="3783600" cy="461700"/>
          </a:xfrm>
          <a:prstGeom prst="rect">
            <a:avLst/>
          </a:prstGeom>
          <a:noFill/>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769" name="Google Shape;769;p7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70" name="Google Shape;770;p71"/>
          <p:cNvSpPr txBox="1">
            <a:spLocks noGrp="1"/>
          </p:cNvSpPr>
          <p:nvPr>
            <p:ph type="body" idx="3"/>
          </p:nvPr>
        </p:nvSpPr>
        <p:spPr>
          <a:xfrm>
            <a:off x="4975925" y="1943891"/>
            <a:ext cx="3783600" cy="1243200"/>
          </a:xfrm>
          <a:prstGeom prst="rect">
            <a:avLst/>
          </a:prstGeom>
          <a:noFill/>
        </p:spPr>
        <p:txBody>
          <a:bodyPr spcFirstLastPara="1" wrap="square" lIns="0" tIns="0" rIns="0" bIns="0" anchor="t" anchorCtr="0">
            <a:noAutofit/>
          </a:bodyPr>
          <a:lstStyle>
            <a:lvl1pPr marL="457200" lvl="0"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marL="914400" lvl="1"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marL="1371600" lvl="2"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marL="1828800" lvl="3"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marL="2286000" lvl="4"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marL="2743200" lvl="5"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marL="3200400" lvl="6"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marL="3657600" lvl="7"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marL="4114800" lvl="8"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a:endParaRPr/>
          </a:p>
        </p:txBody>
      </p:sp>
      <p:sp>
        <p:nvSpPr>
          <p:cNvPr id="771" name="Google Shape;771;p71"/>
          <p:cNvSpPr txBox="1">
            <a:spLocks noGrp="1"/>
          </p:cNvSpPr>
          <p:nvPr>
            <p:ph type="subTitle" idx="4"/>
          </p:nvPr>
        </p:nvSpPr>
        <p:spPr>
          <a:xfrm>
            <a:off x="4975925" y="732775"/>
            <a:ext cx="37836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772" name="Google Shape;772;p71"/>
          <p:cNvSpPr txBox="1">
            <a:spLocks noGrp="1"/>
          </p:cNvSpPr>
          <p:nvPr>
            <p:ph type="subTitle" idx="5"/>
          </p:nvPr>
        </p:nvSpPr>
        <p:spPr>
          <a:xfrm>
            <a:off x="4975925" y="1647132"/>
            <a:ext cx="3783600" cy="138600"/>
          </a:xfrm>
          <a:prstGeom prst="rect">
            <a:avLst/>
          </a:prstGeom>
        </p:spPr>
        <p:txBody>
          <a:bodyPr spcFirstLastPara="1" wrap="square" lIns="0" tIns="0" rIns="0" bIns="0" anchor="t" anchorCtr="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a:endParaRPr/>
          </a:p>
        </p:txBody>
      </p:sp>
      <p:sp>
        <p:nvSpPr>
          <p:cNvPr id="773" name="Google Shape;773;p71"/>
          <p:cNvSpPr txBox="1">
            <a:spLocks noGrp="1"/>
          </p:cNvSpPr>
          <p:nvPr>
            <p:ph type="subTitle" idx="6"/>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ar chart background">
  <p:cSld name="CUSTOM_8">
    <p:spTree>
      <p:nvGrpSpPr>
        <p:cNvPr id="1" name="Shape 774"/>
        <p:cNvGrpSpPr/>
        <p:nvPr/>
      </p:nvGrpSpPr>
      <p:grpSpPr>
        <a:xfrm>
          <a:off x="0" y="0"/>
          <a:ext cx="0" cy="0"/>
          <a:chOff x="0" y="0"/>
          <a:chExt cx="0" cy="0"/>
        </a:xfrm>
      </p:grpSpPr>
      <p:grpSp>
        <p:nvGrpSpPr>
          <p:cNvPr id="775" name="Google Shape;775;p72"/>
          <p:cNvGrpSpPr/>
          <p:nvPr/>
        </p:nvGrpSpPr>
        <p:grpSpPr>
          <a:xfrm>
            <a:off x="49" y="514398"/>
            <a:ext cx="9144297" cy="4115162"/>
            <a:chOff x="-18500" y="514395"/>
            <a:chExt cx="9219900" cy="4115162"/>
          </a:xfrm>
        </p:grpSpPr>
        <p:cxnSp>
          <p:nvCxnSpPr>
            <p:cNvPr id="776" name="Google Shape;776;p72"/>
            <p:cNvCxnSpPr/>
            <p:nvPr/>
          </p:nvCxnSpPr>
          <p:spPr>
            <a:xfrm>
              <a:off x="-18500" y="1028790"/>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77" name="Google Shape;777;p72"/>
            <p:cNvCxnSpPr/>
            <p:nvPr/>
          </p:nvCxnSpPr>
          <p:spPr>
            <a:xfrm>
              <a:off x="-18500" y="4629557"/>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78" name="Google Shape;778;p72"/>
            <p:cNvCxnSpPr/>
            <p:nvPr/>
          </p:nvCxnSpPr>
          <p:spPr>
            <a:xfrm>
              <a:off x="-18500" y="4115162"/>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79" name="Google Shape;779;p72"/>
            <p:cNvCxnSpPr/>
            <p:nvPr/>
          </p:nvCxnSpPr>
          <p:spPr>
            <a:xfrm>
              <a:off x="-18500" y="3600767"/>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80" name="Google Shape;780;p72"/>
            <p:cNvCxnSpPr/>
            <p:nvPr/>
          </p:nvCxnSpPr>
          <p:spPr>
            <a:xfrm>
              <a:off x="-18500" y="3086371"/>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81" name="Google Shape;781;p72"/>
            <p:cNvCxnSpPr/>
            <p:nvPr/>
          </p:nvCxnSpPr>
          <p:spPr>
            <a:xfrm>
              <a:off x="-18500" y="2571976"/>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82" name="Google Shape;782;p72"/>
            <p:cNvCxnSpPr/>
            <p:nvPr/>
          </p:nvCxnSpPr>
          <p:spPr>
            <a:xfrm>
              <a:off x="-18500" y="2057581"/>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83" name="Google Shape;783;p72"/>
            <p:cNvCxnSpPr/>
            <p:nvPr/>
          </p:nvCxnSpPr>
          <p:spPr>
            <a:xfrm>
              <a:off x="-18500" y="1543186"/>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784" name="Google Shape;784;p72"/>
            <p:cNvCxnSpPr/>
            <p:nvPr/>
          </p:nvCxnSpPr>
          <p:spPr>
            <a:xfrm>
              <a:off x="-18500" y="514395"/>
              <a:ext cx="9219900" cy="0"/>
            </a:xfrm>
            <a:prstGeom prst="straightConnector1">
              <a:avLst/>
            </a:prstGeom>
            <a:noFill/>
            <a:ln w="9525" cap="flat" cmpd="sng">
              <a:solidFill>
                <a:schemeClr val="accent6"/>
              </a:solidFill>
              <a:prstDash val="solid"/>
              <a:round/>
              <a:headEnd type="none" w="med" len="med"/>
              <a:tailEnd type="none" w="med" len="med"/>
            </a:ln>
          </p:spPr>
        </p:cxnSp>
      </p:grpSp>
      <p:sp>
        <p:nvSpPr>
          <p:cNvPr id="785" name="Google Shape;785;p7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86" name="Google Shape;786;p72"/>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7" name="Google Shape;787;p72"/>
          <p:cNvSpPr txBox="1">
            <a:spLocks noGrp="1"/>
          </p:cNvSpPr>
          <p:nvPr>
            <p:ph type="subTitle" idx="2"/>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hank you slide">
  <p:cSld name="CUSTOM_8_1">
    <p:bg>
      <p:bgPr>
        <a:solidFill>
          <a:schemeClr val="accent2"/>
        </a:solidFill>
        <a:effectLst/>
      </p:bgPr>
    </p:bg>
    <p:spTree>
      <p:nvGrpSpPr>
        <p:cNvPr id="1" name="Shape 788"/>
        <p:cNvGrpSpPr/>
        <p:nvPr/>
      </p:nvGrpSpPr>
      <p:grpSpPr>
        <a:xfrm>
          <a:off x="0" y="0"/>
          <a:ext cx="0" cy="0"/>
          <a:chOff x="0" y="0"/>
          <a:chExt cx="0" cy="0"/>
        </a:xfrm>
      </p:grpSpPr>
      <p:sp>
        <p:nvSpPr>
          <p:cNvPr id="789" name="Google Shape;789;p73"/>
          <p:cNvSpPr/>
          <p:nvPr/>
        </p:nvSpPr>
        <p:spPr>
          <a:xfrm>
            <a:off x="50" y="-300"/>
            <a:ext cx="67089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0" name="Google Shape;790;p73"/>
          <p:cNvSpPr txBox="1">
            <a:spLocks noGrp="1"/>
          </p:cNvSpPr>
          <p:nvPr>
            <p:ph type="title"/>
          </p:nvPr>
        </p:nvSpPr>
        <p:spPr>
          <a:xfrm>
            <a:off x="451472" y="2024100"/>
            <a:ext cx="4163100" cy="13725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a:endParaRPr/>
          </a:p>
        </p:txBody>
      </p:sp>
      <p:sp>
        <p:nvSpPr>
          <p:cNvPr id="791" name="Google Shape;791;p73"/>
          <p:cNvSpPr txBox="1">
            <a:spLocks noGrp="1"/>
          </p:cNvSpPr>
          <p:nvPr>
            <p:ph type="subTitle" idx="1"/>
          </p:nvPr>
        </p:nvSpPr>
        <p:spPr>
          <a:xfrm>
            <a:off x="451475" y="3776250"/>
            <a:ext cx="4163100" cy="426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792"/>
        <p:cNvGrpSpPr/>
        <p:nvPr/>
      </p:nvGrpSpPr>
      <p:grpSpPr>
        <a:xfrm>
          <a:off x="0" y="0"/>
          <a:ext cx="0" cy="0"/>
          <a:chOff x="0" y="0"/>
          <a:chExt cx="0" cy="0"/>
        </a:xfrm>
      </p:grpSpPr>
      <p:sp>
        <p:nvSpPr>
          <p:cNvPr id="793" name="Google Shape;793;p7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794" name="Google Shape;794;p7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795"/>
        <p:cNvGrpSpPr/>
        <p:nvPr/>
      </p:nvGrpSpPr>
      <p:grpSpPr>
        <a:xfrm>
          <a:off x="0" y="0"/>
          <a:ext cx="0" cy="0"/>
          <a:chOff x="0" y="0"/>
          <a:chExt cx="0" cy="0"/>
        </a:xfrm>
      </p:grpSpPr>
      <p:sp>
        <p:nvSpPr>
          <p:cNvPr id="796" name="Google Shape;796;p7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797"/>
        <p:cNvGrpSpPr/>
        <p:nvPr/>
      </p:nvGrpSpPr>
      <p:grpSpPr>
        <a:xfrm>
          <a:off x="0" y="0"/>
          <a:ext cx="0" cy="0"/>
          <a:chOff x="0" y="0"/>
          <a:chExt cx="0" cy="0"/>
        </a:xfrm>
      </p:grpSpPr>
      <p:sp>
        <p:nvSpPr>
          <p:cNvPr id="798" name="Google Shape;798;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9" name="Google Shape;799;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00"/>
        <p:cNvGrpSpPr/>
        <p:nvPr/>
      </p:nvGrpSpPr>
      <p:grpSpPr>
        <a:xfrm>
          <a:off x="0" y="0"/>
          <a:ext cx="0" cy="0"/>
          <a:chOff x="0" y="0"/>
          <a:chExt cx="0" cy="0"/>
        </a:xfrm>
      </p:grpSpPr>
      <p:sp>
        <p:nvSpPr>
          <p:cNvPr id="801" name="Google Shape;801;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2" name="Google Shape;802;p7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03" name="Google Shape;803;p7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04"/>
        <p:cNvGrpSpPr/>
        <p:nvPr/>
      </p:nvGrpSpPr>
      <p:grpSpPr>
        <a:xfrm>
          <a:off x="0" y="0"/>
          <a:ext cx="0" cy="0"/>
          <a:chOff x="0" y="0"/>
          <a:chExt cx="0" cy="0"/>
        </a:xfrm>
      </p:grpSpPr>
      <p:sp>
        <p:nvSpPr>
          <p:cNvPr id="805" name="Google Shape;805;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06"/>
        <p:cNvGrpSpPr/>
        <p:nvPr/>
      </p:nvGrpSpPr>
      <p:grpSpPr>
        <a:xfrm>
          <a:off x="0" y="0"/>
          <a:ext cx="0" cy="0"/>
          <a:chOff x="0" y="0"/>
          <a:chExt cx="0" cy="0"/>
        </a:xfrm>
      </p:grpSpPr>
      <p:sp>
        <p:nvSpPr>
          <p:cNvPr id="807" name="Google Shape;807;p7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08" name="Google Shape;808;p7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09"/>
        <p:cNvGrpSpPr/>
        <p:nvPr/>
      </p:nvGrpSpPr>
      <p:grpSpPr>
        <a:xfrm>
          <a:off x="0" y="0"/>
          <a:ext cx="0" cy="0"/>
          <a:chOff x="0" y="0"/>
          <a:chExt cx="0" cy="0"/>
        </a:xfrm>
      </p:grpSpPr>
      <p:sp>
        <p:nvSpPr>
          <p:cNvPr id="810" name="Google Shape;810;p8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11"/>
        <p:cNvGrpSpPr/>
        <p:nvPr/>
      </p:nvGrpSpPr>
      <p:grpSpPr>
        <a:xfrm>
          <a:off x="0" y="0"/>
          <a:ext cx="0" cy="0"/>
          <a:chOff x="0" y="0"/>
          <a:chExt cx="0" cy="0"/>
        </a:xfrm>
      </p:grpSpPr>
      <p:sp>
        <p:nvSpPr>
          <p:cNvPr id="812" name="Google Shape;812;p8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13" name="Google Shape;813;p8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14" name="Google Shape;814;p8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15"/>
        <p:cNvGrpSpPr/>
        <p:nvPr/>
      </p:nvGrpSpPr>
      <p:grpSpPr>
        <a:xfrm>
          <a:off x="0" y="0"/>
          <a:ext cx="0" cy="0"/>
          <a:chOff x="0" y="0"/>
          <a:chExt cx="0" cy="0"/>
        </a:xfrm>
      </p:grpSpPr>
      <p:sp>
        <p:nvSpPr>
          <p:cNvPr id="816" name="Google Shape;816;p8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17"/>
        <p:cNvGrpSpPr/>
        <p:nvPr/>
      </p:nvGrpSpPr>
      <p:grpSpPr>
        <a:xfrm>
          <a:off x="0" y="0"/>
          <a:ext cx="0" cy="0"/>
          <a:chOff x="0" y="0"/>
          <a:chExt cx="0" cy="0"/>
        </a:xfrm>
      </p:grpSpPr>
      <p:sp>
        <p:nvSpPr>
          <p:cNvPr id="818" name="Google Shape;818;p8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19" name="Google Shape;819;p8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20"/>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21"/>
        <p:cNvGrpSpPr/>
        <p:nvPr/>
      </p:nvGrpSpPr>
      <p:grpSpPr>
        <a:xfrm>
          <a:off x="0" y="0"/>
          <a:ext cx="0" cy="0"/>
          <a:chOff x="0" y="0"/>
          <a:chExt cx="0" cy="0"/>
        </a:xfrm>
      </p:grpSpPr>
      <p:sp>
        <p:nvSpPr>
          <p:cNvPr id="822" name="Google Shape;822;p8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3" name="Google Shape;823;p8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24" name="Google Shape;824;p8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25" name="Google Shape;825;p8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26" name="Google Shape;826;p8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27" name="Google Shape;827;p8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28" name="Google Shape;828;p8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829"/>
        <p:cNvGrpSpPr/>
        <p:nvPr/>
      </p:nvGrpSpPr>
      <p:grpSpPr>
        <a:xfrm>
          <a:off x="0" y="0"/>
          <a:ext cx="0" cy="0"/>
          <a:chOff x="0" y="0"/>
          <a:chExt cx="0" cy="0"/>
        </a:xfrm>
      </p:grpSpPr>
      <p:sp>
        <p:nvSpPr>
          <p:cNvPr id="830" name="Google Shape;830;p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1" name="Google Shape;831;p8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32" name="Google Shape;832;p86"/>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833"/>
        <p:cNvGrpSpPr/>
        <p:nvPr/>
      </p:nvGrpSpPr>
      <p:grpSpPr>
        <a:xfrm>
          <a:off x="0" y="0"/>
          <a:ext cx="0" cy="0"/>
          <a:chOff x="0" y="0"/>
          <a:chExt cx="0" cy="0"/>
        </a:xfrm>
      </p:grpSpPr>
      <p:sp>
        <p:nvSpPr>
          <p:cNvPr id="834" name="Google Shape;834;p8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35" name="Google Shape;835;p8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36" name="Google Shape;836;p8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37" name="Google Shape;837;p8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38" name="Google Shape;838;p8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839"/>
        <p:cNvGrpSpPr/>
        <p:nvPr/>
      </p:nvGrpSpPr>
      <p:grpSpPr>
        <a:xfrm>
          <a:off x="0" y="0"/>
          <a:ext cx="0" cy="0"/>
          <a:chOff x="0" y="0"/>
          <a:chExt cx="0" cy="0"/>
        </a:xfrm>
      </p:grpSpPr>
      <p:sp>
        <p:nvSpPr>
          <p:cNvPr id="840" name="Google Shape;840;p8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41" name="Google Shape;841;p8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42" name="Google Shape;842;p8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43" name="Google Shape;843;p88"/>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44" name="Google Shape;844;p88"/>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45" name="Google Shape;845;p88"/>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46" name="Google Shape;846;p88"/>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847"/>
        <p:cNvGrpSpPr/>
        <p:nvPr/>
      </p:nvGrpSpPr>
      <p:grpSpPr>
        <a:xfrm>
          <a:off x="0" y="0"/>
          <a:ext cx="0" cy="0"/>
          <a:chOff x="0" y="0"/>
          <a:chExt cx="0" cy="0"/>
        </a:xfrm>
      </p:grpSpPr>
      <p:sp>
        <p:nvSpPr>
          <p:cNvPr id="848" name="Google Shape;848;p8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49" name="Google Shape;849;p8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50" name="Google Shape;850;p8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51" name="Google Shape;851;p8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52" name="Google Shape;852;p8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53" name="Google Shape;853;p8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54" name="Google Shape;854;p8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55" name="Google Shape;855;p8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56" name="Google Shape;856;p8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857"/>
        <p:cNvGrpSpPr/>
        <p:nvPr/>
      </p:nvGrpSpPr>
      <p:grpSpPr>
        <a:xfrm>
          <a:off x="0" y="0"/>
          <a:ext cx="0" cy="0"/>
          <a:chOff x="0" y="0"/>
          <a:chExt cx="0" cy="0"/>
        </a:xfrm>
      </p:grpSpPr>
      <p:sp>
        <p:nvSpPr>
          <p:cNvPr id="858" name="Google Shape;858;p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9" name="Google Shape;859;p9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860"/>
        <p:cNvGrpSpPr/>
        <p:nvPr/>
      </p:nvGrpSpPr>
      <p:grpSpPr>
        <a:xfrm>
          <a:off x="0" y="0"/>
          <a:ext cx="0" cy="0"/>
          <a:chOff x="0" y="0"/>
          <a:chExt cx="0" cy="0"/>
        </a:xfrm>
      </p:grpSpPr>
      <p:sp>
        <p:nvSpPr>
          <p:cNvPr id="861" name="Google Shape;861;p9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62" name="Google Shape;862;p91"/>
          <p:cNvSpPr>
            <a:spLocks noGrp="1"/>
          </p:cNvSpPr>
          <p:nvPr>
            <p:ph type="pic" idx="2"/>
          </p:nvPr>
        </p:nvSpPr>
        <p:spPr>
          <a:xfrm>
            <a:off x="4804825" y="1133300"/>
            <a:ext cx="4027500" cy="2392800"/>
          </a:xfrm>
          <a:prstGeom prst="rect">
            <a:avLst/>
          </a:prstGeom>
          <a:noFill/>
          <a:ln>
            <a:noFill/>
          </a:ln>
        </p:spPr>
      </p:sp>
      <p:sp>
        <p:nvSpPr>
          <p:cNvPr id="863" name="Google Shape;863;p91"/>
          <p:cNvSpPr>
            <a:spLocks noGrp="1"/>
          </p:cNvSpPr>
          <p:nvPr>
            <p:ph type="pic" idx="3"/>
          </p:nvPr>
        </p:nvSpPr>
        <p:spPr>
          <a:xfrm>
            <a:off x="311725" y="1133300"/>
            <a:ext cx="4027500" cy="2392800"/>
          </a:xfrm>
          <a:prstGeom prst="rect">
            <a:avLst/>
          </a:prstGeom>
          <a:noFill/>
          <a:ln>
            <a:noFill/>
          </a:ln>
        </p:spPr>
      </p:sp>
      <p:sp>
        <p:nvSpPr>
          <p:cNvPr id="864" name="Google Shape;864;p9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65" name="Google Shape;865;p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6" name="Google Shape;866;p9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67" name="Google Shape;867;p9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868"/>
        <p:cNvGrpSpPr/>
        <p:nvPr/>
      </p:nvGrpSpPr>
      <p:grpSpPr>
        <a:xfrm>
          <a:off x="0" y="0"/>
          <a:ext cx="0" cy="0"/>
          <a:chOff x="0" y="0"/>
          <a:chExt cx="0" cy="0"/>
        </a:xfrm>
      </p:grpSpPr>
      <p:sp>
        <p:nvSpPr>
          <p:cNvPr id="869" name="Google Shape;869;p9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70" name="Google Shape;870;p92"/>
          <p:cNvSpPr>
            <a:spLocks noGrp="1"/>
          </p:cNvSpPr>
          <p:nvPr>
            <p:ph type="pic" idx="2"/>
          </p:nvPr>
        </p:nvSpPr>
        <p:spPr>
          <a:xfrm>
            <a:off x="6205225" y="1128325"/>
            <a:ext cx="2627100" cy="2273100"/>
          </a:xfrm>
          <a:prstGeom prst="rect">
            <a:avLst/>
          </a:prstGeom>
          <a:noFill/>
          <a:ln>
            <a:noFill/>
          </a:ln>
        </p:spPr>
      </p:sp>
      <p:sp>
        <p:nvSpPr>
          <p:cNvPr id="871" name="Google Shape;871;p92"/>
          <p:cNvSpPr>
            <a:spLocks noGrp="1"/>
          </p:cNvSpPr>
          <p:nvPr>
            <p:ph type="pic" idx="3"/>
          </p:nvPr>
        </p:nvSpPr>
        <p:spPr>
          <a:xfrm>
            <a:off x="311725" y="1128325"/>
            <a:ext cx="2627100" cy="2273100"/>
          </a:xfrm>
          <a:prstGeom prst="rect">
            <a:avLst/>
          </a:prstGeom>
          <a:noFill/>
          <a:ln>
            <a:noFill/>
          </a:ln>
        </p:spPr>
      </p:sp>
      <p:sp>
        <p:nvSpPr>
          <p:cNvPr id="872" name="Google Shape;872;p9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3" name="Google Shape;873;p92"/>
          <p:cNvSpPr>
            <a:spLocks noGrp="1"/>
          </p:cNvSpPr>
          <p:nvPr>
            <p:ph type="pic" idx="5"/>
          </p:nvPr>
        </p:nvSpPr>
        <p:spPr>
          <a:xfrm>
            <a:off x="3255250" y="1128325"/>
            <a:ext cx="2627100" cy="2273100"/>
          </a:xfrm>
          <a:prstGeom prst="rect">
            <a:avLst/>
          </a:prstGeom>
          <a:noFill/>
          <a:ln>
            <a:noFill/>
          </a:ln>
        </p:spPr>
      </p:sp>
      <p:sp>
        <p:nvSpPr>
          <p:cNvPr id="874" name="Google Shape;874;p9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5" name="Google Shape;875;p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6" name="Google Shape;876;p9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7" name="Google Shape;877;p9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8" name="Google Shape;878;p9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879"/>
        <p:cNvGrpSpPr/>
        <p:nvPr/>
      </p:nvGrpSpPr>
      <p:grpSpPr>
        <a:xfrm>
          <a:off x="0" y="0"/>
          <a:ext cx="0" cy="0"/>
          <a:chOff x="0" y="0"/>
          <a:chExt cx="0" cy="0"/>
        </a:xfrm>
      </p:grpSpPr>
      <p:sp>
        <p:nvSpPr>
          <p:cNvPr id="880" name="Google Shape;880;p93"/>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881"/>
        <p:cNvGrpSpPr/>
        <p:nvPr/>
      </p:nvGrpSpPr>
      <p:grpSpPr>
        <a:xfrm>
          <a:off x="0" y="0"/>
          <a:ext cx="0" cy="0"/>
          <a:chOff x="0" y="0"/>
          <a:chExt cx="0" cy="0"/>
        </a:xfrm>
      </p:grpSpPr>
      <p:sp>
        <p:nvSpPr>
          <p:cNvPr id="882" name="Google Shape;882;p94"/>
          <p:cNvSpPr>
            <a:spLocks noGrp="1"/>
          </p:cNvSpPr>
          <p:nvPr>
            <p:ph type="pic" idx="2"/>
          </p:nvPr>
        </p:nvSpPr>
        <p:spPr>
          <a:xfrm>
            <a:off x="3389600" y="118913"/>
            <a:ext cx="1643700" cy="1535100"/>
          </a:xfrm>
          <a:prstGeom prst="rect">
            <a:avLst/>
          </a:prstGeom>
          <a:noFill/>
          <a:ln>
            <a:noFill/>
          </a:ln>
        </p:spPr>
      </p:sp>
      <p:sp>
        <p:nvSpPr>
          <p:cNvPr id="883" name="Google Shape;883;p94"/>
          <p:cNvSpPr>
            <a:spLocks noGrp="1"/>
          </p:cNvSpPr>
          <p:nvPr>
            <p:ph type="pic" idx="3"/>
          </p:nvPr>
        </p:nvSpPr>
        <p:spPr>
          <a:xfrm>
            <a:off x="5195935" y="118913"/>
            <a:ext cx="1643700" cy="1535100"/>
          </a:xfrm>
          <a:prstGeom prst="rect">
            <a:avLst/>
          </a:prstGeom>
          <a:noFill/>
          <a:ln>
            <a:noFill/>
          </a:ln>
        </p:spPr>
      </p:sp>
      <p:sp>
        <p:nvSpPr>
          <p:cNvPr id="884" name="Google Shape;884;p94"/>
          <p:cNvSpPr>
            <a:spLocks noGrp="1"/>
          </p:cNvSpPr>
          <p:nvPr>
            <p:ph type="pic" idx="4"/>
          </p:nvPr>
        </p:nvSpPr>
        <p:spPr>
          <a:xfrm>
            <a:off x="7002270" y="118913"/>
            <a:ext cx="1643700" cy="1535100"/>
          </a:xfrm>
          <a:prstGeom prst="rect">
            <a:avLst/>
          </a:prstGeom>
          <a:noFill/>
          <a:ln>
            <a:noFill/>
          </a:ln>
        </p:spPr>
      </p:sp>
      <p:sp>
        <p:nvSpPr>
          <p:cNvPr id="885" name="Google Shape;885;p94"/>
          <p:cNvSpPr>
            <a:spLocks noGrp="1"/>
          </p:cNvSpPr>
          <p:nvPr>
            <p:ph type="pic" idx="5"/>
          </p:nvPr>
        </p:nvSpPr>
        <p:spPr>
          <a:xfrm>
            <a:off x="3389588" y="1804212"/>
            <a:ext cx="1643700" cy="1535100"/>
          </a:xfrm>
          <a:prstGeom prst="rect">
            <a:avLst/>
          </a:prstGeom>
          <a:noFill/>
          <a:ln>
            <a:noFill/>
          </a:ln>
        </p:spPr>
      </p:sp>
      <p:sp>
        <p:nvSpPr>
          <p:cNvPr id="886" name="Google Shape;886;p94"/>
          <p:cNvSpPr>
            <a:spLocks noGrp="1"/>
          </p:cNvSpPr>
          <p:nvPr>
            <p:ph type="pic" idx="6"/>
          </p:nvPr>
        </p:nvSpPr>
        <p:spPr>
          <a:xfrm>
            <a:off x="5195922" y="1804212"/>
            <a:ext cx="1643700" cy="1535100"/>
          </a:xfrm>
          <a:prstGeom prst="rect">
            <a:avLst/>
          </a:prstGeom>
          <a:noFill/>
          <a:ln>
            <a:noFill/>
          </a:ln>
        </p:spPr>
      </p:sp>
      <p:sp>
        <p:nvSpPr>
          <p:cNvPr id="887" name="Google Shape;887;p94"/>
          <p:cNvSpPr>
            <a:spLocks noGrp="1"/>
          </p:cNvSpPr>
          <p:nvPr>
            <p:ph type="pic" idx="7"/>
          </p:nvPr>
        </p:nvSpPr>
        <p:spPr>
          <a:xfrm>
            <a:off x="7002257" y="1804212"/>
            <a:ext cx="1643700" cy="1535100"/>
          </a:xfrm>
          <a:prstGeom prst="rect">
            <a:avLst/>
          </a:prstGeom>
          <a:noFill/>
          <a:ln>
            <a:noFill/>
          </a:ln>
        </p:spPr>
      </p:sp>
      <p:sp>
        <p:nvSpPr>
          <p:cNvPr id="888" name="Google Shape;888;p9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9" name="Google Shape;889;p94"/>
          <p:cNvSpPr>
            <a:spLocks noGrp="1"/>
          </p:cNvSpPr>
          <p:nvPr>
            <p:ph type="pic" idx="8"/>
          </p:nvPr>
        </p:nvSpPr>
        <p:spPr>
          <a:xfrm>
            <a:off x="3389588" y="3489487"/>
            <a:ext cx="1643700" cy="1535100"/>
          </a:xfrm>
          <a:prstGeom prst="rect">
            <a:avLst/>
          </a:prstGeom>
          <a:noFill/>
          <a:ln>
            <a:noFill/>
          </a:ln>
        </p:spPr>
      </p:sp>
      <p:sp>
        <p:nvSpPr>
          <p:cNvPr id="890" name="Google Shape;890;p94"/>
          <p:cNvSpPr>
            <a:spLocks noGrp="1"/>
          </p:cNvSpPr>
          <p:nvPr>
            <p:ph type="pic" idx="9"/>
          </p:nvPr>
        </p:nvSpPr>
        <p:spPr>
          <a:xfrm>
            <a:off x="5195922" y="3489487"/>
            <a:ext cx="1643700" cy="1535100"/>
          </a:xfrm>
          <a:prstGeom prst="rect">
            <a:avLst/>
          </a:prstGeom>
          <a:noFill/>
          <a:ln>
            <a:noFill/>
          </a:ln>
        </p:spPr>
      </p:sp>
      <p:sp>
        <p:nvSpPr>
          <p:cNvPr id="891" name="Google Shape;891;p9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slideLayout" Target="../slideLayouts/slideLayout81.xml"/><Relationship Id="rId47" Type="http://schemas.openxmlformats.org/officeDocument/2006/relationships/slideLayout" Target="../slideLayouts/slideLayout86.xml"/><Relationship Id="rId50" Type="http://schemas.openxmlformats.org/officeDocument/2006/relationships/slideLayout" Target="../slideLayouts/slideLayout89.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slideLayout" Target="../slideLayouts/slideLayout84.xml"/><Relationship Id="rId53" Type="http://schemas.openxmlformats.org/officeDocument/2006/relationships/slideLayout" Target="../slideLayouts/slideLayout92.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slideLayout" Target="../slideLayouts/slideLayout83.xml"/><Relationship Id="rId52" Type="http://schemas.openxmlformats.org/officeDocument/2006/relationships/slideLayout" Target="../slideLayouts/slideLayout91.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slideLayout" Target="../slideLayouts/slideLayout82.xml"/><Relationship Id="rId48" Type="http://schemas.openxmlformats.org/officeDocument/2006/relationships/slideLayout" Target="../slideLayouts/slideLayout87.xml"/><Relationship Id="rId8" Type="http://schemas.openxmlformats.org/officeDocument/2006/relationships/slideLayout" Target="../slideLayouts/slideLayout47.xml"/><Relationship Id="rId51" Type="http://schemas.openxmlformats.org/officeDocument/2006/relationships/slideLayout" Target="../slideLayouts/slideLayout90.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slideLayout" Target="../slideLayouts/slideLayout85.xml"/><Relationship Id="rId20" Type="http://schemas.openxmlformats.org/officeDocument/2006/relationships/slideLayout" Target="../slideLayouts/slideLayout59.xml"/><Relationship Id="rId41" Type="http://schemas.openxmlformats.org/officeDocument/2006/relationships/slideLayout" Target="../slideLayouts/slideLayout80.xml"/><Relationship Id="rId54"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4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
        <p:nvSpPr>
          <p:cNvPr id="7" name="Google Shape;7;p1"/>
          <p:cNvSpPr txBox="1">
            <a:spLocks noGrp="1"/>
          </p:cNvSpPr>
          <p:nvPr>
            <p:ph type="title"/>
          </p:nvPr>
        </p:nvSpPr>
        <p:spPr>
          <a:xfrm>
            <a:off x="228600" y="85200"/>
            <a:ext cx="5236500" cy="109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a:endParaRPr/>
          </a:p>
        </p:txBody>
      </p:sp>
      <p:sp>
        <p:nvSpPr>
          <p:cNvPr id="8" name="Google Shape;8;p1"/>
          <p:cNvSpPr txBox="1">
            <a:spLocks noGrp="1"/>
          </p:cNvSpPr>
          <p:nvPr>
            <p:ph type="body" idx="2"/>
          </p:nvPr>
        </p:nvSpPr>
        <p:spPr>
          <a:xfrm>
            <a:off x="4562525" y="1518250"/>
            <a:ext cx="3880800" cy="27654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433"/>
        <p:cNvGrpSpPr/>
        <p:nvPr/>
      </p:nvGrpSpPr>
      <p:grpSpPr>
        <a:xfrm>
          <a:off x="0" y="0"/>
          <a:ext cx="0" cy="0"/>
          <a:chOff x="0" y="0"/>
          <a:chExt cx="0" cy="0"/>
        </a:xfrm>
      </p:grpSpPr>
      <p:sp>
        <p:nvSpPr>
          <p:cNvPr id="434" name="Google Shape;434;p41"/>
          <p:cNvSpPr txBox="1">
            <a:spLocks noGrp="1"/>
          </p:cNvSpPr>
          <p:nvPr>
            <p:ph type="body" idx="1"/>
          </p:nvPr>
        </p:nvSpPr>
        <p:spPr>
          <a:xfrm>
            <a:off x="361850" y="2004025"/>
            <a:ext cx="5627400" cy="25473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marL="914400" lvl="1"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marL="1371600" lvl="2"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marL="1828800" lvl="3"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marL="2286000" lvl="4"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marL="2743200" lvl="5"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marL="3200400" lvl="6"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marL="3657600" lvl="7"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marL="4114800" lvl="8" indent="-30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a:endParaRPr/>
          </a:p>
        </p:txBody>
      </p:sp>
      <p:sp>
        <p:nvSpPr>
          <p:cNvPr id="435" name="Google Shape;435;p41"/>
          <p:cNvSpPr txBox="1">
            <a:spLocks noGrp="1"/>
          </p:cNvSpPr>
          <p:nvPr>
            <p:ph type="title"/>
          </p:nvPr>
        </p:nvSpPr>
        <p:spPr>
          <a:xfrm>
            <a:off x="438150" y="524575"/>
            <a:ext cx="5433000" cy="90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6" name="Google Shape;436;p41"/>
          <p:cNvSpPr txBox="1">
            <a:spLocks noGrp="1"/>
          </p:cNvSpPr>
          <p:nvPr>
            <p:ph type="body" idx="2"/>
          </p:nvPr>
        </p:nvSpPr>
        <p:spPr>
          <a:xfrm>
            <a:off x="4700200" y="1614100"/>
            <a:ext cx="3756600" cy="2547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marL="914400" lvl="1"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marL="1371600" lvl="2"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marL="1828800" lvl="3"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marL="2286000" lvl="4"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marL="2743200" lvl="5"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marL="3200400" lvl="6"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marL="3657600" lvl="7"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marL="4114800" lvl="8"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 id="2147483732" r:id="rId46"/>
    <p:sldLayoutId id="2147483733" r:id="rId47"/>
    <p:sldLayoutId id="2147483734" r:id="rId48"/>
    <p:sldLayoutId id="2147483735" r:id="rId49"/>
    <p:sldLayoutId id="2147483736" r:id="rId50"/>
    <p:sldLayoutId id="2147483737" r:id="rId51"/>
    <p:sldLayoutId id="2147483738" r:id="rId52"/>
    <p:sldLayoutId id="2147483739"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manishkc06/engineering-graduate-salary-prediction/" TargetMode="External"/><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hyperlink" Target="https://www.kaggle.com/datasets/manishkc06/engineering-graduate-salary-prediction" TargetMode="External"/><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95"/>
          <p:cNvSpPr txBox="1">
            <a:spLocks noGrp="1"/>
          </p:cNvSpPr>
          <p:nvPr>
            <p:ph type="title"/>
          </p:nvPr>
        </p:nvSpPr>
        <p:spPr>
          <a:xfrm>
            <a:off x="361975" y="923525"/>
            <a:ext cx="6277500" cy="121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Engineering Graduate Salary Prediction with Machine Learning</a:t>
            </a:r>
            <a:endParaRPr/>
          </a:p>
        </p:txBody>
      </p:sp>
      <p:sp>
        <p:nvSpPr>
          <p:cNvPr id="897" name="Google Shape;897;p95"/>
          <p:cNvSpPr txBox="1">
            <a:spLocks noGrp="1"/>
          </p:cNvSpPr>
          <p:nvPr>
            <p:ph type="body" idx="3"/>
          </p:nvPr>
        </p:nvSpPr>
        <p:spPr>
          <a:xfrm>
            <a:off x="547575" y="3337797"/>
            <a:ext cx="3492600" cy="13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500">
                <a:latin typeface="Newsreader Light"/>
                <a:ea typeface="Newsreader Light"/>
                <a:cs typeface="Newsreader Light"/>
                <a:sym typeface="Newsreader Light"/>
              </a:rPr>
              <a:t>Sagar Biswas</a:t>
            </a:r>
            <a:endParaRPr sz="1500">
              <a:latin typeface="Newsreader Light"/>
              <a:ea typeface="Newsreader Light"/>
              <a:cs typeface="Newsreader Light"/>
              <a:sym typeface="Newsreader Light"/>
            </a:endParaRPr>
          </a:p>
          <a:p>
            <a:pPr marL="0" lvl="0" indent="0" algn="l" rtl="0">
              <a:spcBef>
                <a:spcPts val="0"/>
              </a:spcBef>
              <a:spcAft>
                <a:spcPts val="0"/>
              </a:spcAft>
              <a:buNone/>
            </a:pPr>
            <a:r>
              <a:rPr lang="en" sz="1500">
                <a:latin typeface="Newsreader Light"/>
                <a:ea typeface="Newsreader Light"/>
                <a:cs typeface="Newsreader Light"/>
                <a:sym typeface="Newsreader Light"/>
              </a:rPr>
              <a:t>MSDS 422-DL Section 55</a:t>
            </a:r>
            <a:endParaRPr sz="1500">
              <a:latin typeface="Newsreader Light"/>
              <a:ea typeface="Newsreader Light"/>
              <a:cs typeface="Newsreader Light"/>
              <a:sym typeface="Newsreader Light"/>
            </a:endParaRPr>
          </a:p>
          <a:p>
            <a:pPr marL="0" lvl="0" indent="0" algn="l" rtl="0">
              <a:spcBef>
                <a:spcPts val="0"/>
              </a:spcBef>
              <a:spcAft>
                <a:spcPts val="0"/>
              </a:spcAft>
              <a:buNone/>
            </a:pPr>
            <a:r>
              <a:rPr lang="en" sz="1500">
                <a:latin typeface="Newsreader Light"/>
                <a:ea typeface="Newsreader Light"/>
                <a:cs typeface="Newsreader Light"/>
                <a:sym typeface="Newsreader Light"/>
              </a:rPr>
              <a:t>June 7, 2026</a:t>
            </a:r>
            <a:endParaRPr sz="1500">
              <a:latin typeface="Newsreader Light"/>
              <a:ea typeface="Newsreader Light"/>
              <a:cs typeface="Newsreader Light"/>
              <a:sym typeface="Newsreader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96"/>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903" name="Google Shape;903;p96"/>
          <p:cNvSpPr txBox="1">
            <a:spLocks noGrp="1"/>
          </p:cNvSpPr>
          <p:nvPr>
            <p:ph type="title" idx="4294967295"/>
          </p:nvPr>
        </p:nvSpPr>
        <p:spPr>
          <a:xfrm>
            <a:off x="361975" y="567492"/>
            <a:ext cx="5718600" cy="49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Executive Summary</a:t>
            </a:r>
            <a:endParaRPr i="1"/>
          </a:p>
        </p:txBody>
      </p:sp>
      <p:sp>
        <p:nvSpPr>
          <p:cNvPr id="904" name="Google Shape;904;p96"/>
          <p:cNvSpPr txBox="1"/>
          <p:nvPr/>
        </p:nvSpPr>
        <p:spPr>
          <a:xfrm>
            <a:off x="474550" y="1986049"/>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Models used</a:t>
            </a:r>
            <a:endParaRPr sz="1497">
              <a:solidFill>
                <a:schemeClr val="lt1"/>
              </a:solidFill>
              <a:latin typeface="DM Sans Medium"/>
              <a:ea typeface="DM Sans Medium"/>
              <a:cs typeface="DM Sans Medium"/>
              <a:sym typeface="DM Sans Medium"/>
            </a:endParaRPr>
          </a:p>
        </p:txBody>
      </p:sp>
      <p:sp>
        <p:nvSpPr>
          <p:cNvPr id="905" name="Google Shape;905;p96"/>
          <p:cNvSpPr txBox="1"/>
          <p:nvPr/>
        </p:nvSpPr>
        <p:spPr>
          <a:xfrm>
            <a:off x="474550" y="1413097"/>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Purpose</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906" name="Google Shape;906;p96"/>
          <p:cNvSpPr txBox="1"/>
          <p:nvPr/>
        </p:nvSpPr>
        <p:spPr>
          <a:xfrm>
            <a:off x="474550" y="2559001"/>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Best model</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907" name="Google Shape;907;p96"/>
          <p:cNvSpPr txBox="1"/>
          <p:nvPr/>
        </p:nvSpPr>
        <p:spPr>
          <a:xfrm>
            <a:off x="474550" y="3131953"/>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Top predictors</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908" name="Google Shape;908;p96"/>
          <p:cNvSpPr txBox="1"/>
          <p:nvPr/>
        </p:nvSpPr>
        <p:spPr>
          <a:xfrm>
            <a:off x="2031151" y="1974125"/>
            <a:ext cx="6269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Linear regression, Ridge regression, Random Forest, Gradient Boosting</a:t>
            </a:r>
            <a:endParaRPr sz="1497">
              <a:solidFill>
                <a:schemeClr val="lt1"/>
              </a:solidFill>
              <a:latin typeface="DM Sans Light"/>
              <a:ea typeface="DM Sans Light"/>
              <a:cs typeface="DM Sans Light"/>
              <a:sym typeface="DM Sans Light"/>
            </a:endParaRPr>
          </a:p>
        </p:txBody>
      </p:sp>
      <p:sp>
        <p:nvSpPr>
          <p:cNvPr id="909" name="Google Shape;909;p96"/>
          <p:cNvSpPr txBox="1"/>
          <p:nvPr/>
        </p:nvSpPr>
        <p:spPr>
          <a:xfrm>
            <a:off x="2031150" y="1413100"/>
            <a:ext cx="56586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Predicting post-graduate salary outcomes with student data</a:t>
            </a:r>
            <a:endParaRPr sz="1497">
              <a:solidFill>
                <a:schemeClr val="lt1"/>
              </a:solidFill>
              <a:latin typeface="DM Sans Light"/>
              <a:ea typeface="DM Sans Light"/>
              <a:cs typeface="DM Sans Light"/>
              <a:sym typeface="DM Sans Light"/>
            </a:endParaRPr>
          </a:p>
        </p:txBody>
      </p:sp>
      <p:sp>
        <p:nvSpPr>
          <p:cNvPr id="910" name="Google Shape;910;p96"/>
          <p:cNvSpPr txBox="1"/>
          <p:nvPr/>
        </p:nvSpPr>
        <p:spPr>
          <a:xfrm>
            <a:off x="2031150" y="2559000"/>
            <a:ext cx="59298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Gradient Boosting</a:t>
            </a:r>
            <a:endParaRPr sz="1497">
              <a:solidFill>
                <a:schemeClr val="lt1"/>
              </a:solidFill>
              <a:latin typeface="DM Sans Light"/>
              <a:ea typeface="DM Sans Light"/>
              <a:cs typeface="DM Sans Light"/>
              <a:sym typeface="DM Sans Light"/>
            </a:endParaRPr>
          </a:p>
          <a:p>
            <a:pPr marL="0" lvl="0" indent="0" algn="l"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sp>
        <p:nvSpPr>
          <p:cNvPr id="911" name="Google Shape;911;p96"/>
          <p:cNvSpPr txBox="1"/>
          <p:nvPr/>
        </p:nvSpPr>
        <p:spPr>
          <a:xfrm>
            <a:off x="2031150" y="3131950"/>
            <a:ext cx="68637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Quantitative score, Academic consistency, English score, Programming score</a:t>
            </a:r>
            <a:endParaRPr sz="1497">
              <a:solidFill>
                <a:schemeClr val="lt1"/>
              </a:solidFill>
              <a:latin typeface="DM Sans Light"/>
              <a:ea typeface="DM Sans Light"/>
              <a:cs typeface="DM Sans Light"/>
              <a:sym typeface="DM Sans Light"/>
            </a:endParaRPr>
          </a:p>
        </p:txBody>
      </p:sp>
      <p:cxnSp>
        <p:nvCxnSpPr>
          <p:cNvPr id="912" name="Google Shape;912;p96"/>
          <p:cNvCxnSpPr/>
          <p:nvPr/>
        </p:nvCxnSpPr>
        <p:spPr>
          <a:xfrm>
            <a:off x="474550" y="1784350"/>
            <a:ext cx="8181900" cy="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96"/>
          <p:cNvCxnSpPr/>
          <p:nvPr/>
        </p:nvCxnSpPr>
        <p:spPr>
          <a:xfrm>
            <a:off x="474550" y="2361956"/>
            <a:ext cx="8181900" cy="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96"/>
          <p:cNvCxnSpPr/>
          <p:nvPr/>
        </p:nvCxnSpPr>
        <p:spPr>
          <a:xfrm>
            <a:off x="474550" y="2962975"/>
            <a:ext cx="8181900" cy="0"/>
          </a:xfrm>
          <a:prstGeom prst="straightConnector1">
            <a:avLst/>
          </a:prstGeom>
          <a:noFill/>
          <a:ln w="9525" cap="flat" cmpd="sng">
            <a:solidFill>
              <a:schemeClr val="lt2"/>
            </a:solidFill>
            <a:prstDash val="solid"/>
            <a:round/>
            <a:headEnd type="none" w="med" len="med"/>
            <a:tailEnd type="none" w="med" len="med"/>
          </a:ln>
        </p:spPr>
      </p:cxnSp>
      <p:sp>
        <p:nvSpPr>
          <p:cNvPr id="915" name="Google Shape;915;p96"/>
          <p:cNvSpPr txBox="1">
            <a:spLocks noGrp="1"/>
          </p:cNvSpPr>
          <p:nvPr>
            <p:ph type="title"/>
          </p:nvPr>
        </p:nvSpPr>
        <p:spPr>
          <a:xfrm>
            <a:off x="538350" y="4045700"/>
            <a:ext cx="8161200" cy="822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a:t>Machine learning techniques can help universities identify key predictors of post-graduate outcomes and proactively support students before they graduate.</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97"/>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921" name="Google Shape;921;p97"/>
          <p:cNvSpPr txBox="1">
            <a:spLocks noGrp="1"/>
          </p:cNvSpPr>
          <p:nvPr>
            <p:ph type="title"/>
          </p:nvPr>
        </p:nvSpPr>
        <p:spPr>
          <a:xfrm>
            <a:off x="361975" y="1190475"/>
            <a:ext cx="8414700" cy="31863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2100"/>
              <a:t>Universities are always facing pressure to improve employment outcomes for graduates. However, outcomes are only known after students have already graduated, making it difficult to proactively influence outcomes while students are enrolled. </a:t>
            </a:r>
            <a:endParaRPr sz="2100"/>
          </a:p>
          <a:p>
            <a:pPr marL="0" lvl="0" indent="0" algn="l" rtl="0">
              <a:lnSpc>
                <a:spcPct val="100000"/>
              </a:lnSpc>
              <a:spcBef>
                <a:spcPts val="0"/>
              </a:spcBef>
              <a:spcAft>
                <a:spcPts val="0"/>
              </a:spcAft>
              <a:buNone/>
            </a:pPr>
            <a:endParaRPr sz="2100"/>
          </a:p>
          <a:p>
            <a:pPr marL="0" lvl="0" indent="0" algn="l" rtl="0">
              <a:lnSpc>
                <a:spcPct val="100000"/>
              </a:lnSpc>
              <a:spcBef>
                <a:spcPts val="0"/>
              </a:spcBef>
              <a:spcAft>
                <a:spcPts val="0"/>
              </a:spcAft>
              <a:buNone/>
            </a:pPr>
            <a:r>
              <a:rPr lang="en" sz="2100"/>
              <a:t>Key questions:</a:t>
            </a:r>
            <a:endParaRPr sz="2100"/>
          </a:p>
          <a:p>
            <a:pPr marL="457200" lvl="0" indent="-400050" algn="l" rtl="0">
              <a:lnSpc>
                <a:spcPct val="100000"/>
              </a:lnSpc>
              <a:spcBef>
                <a:spcPts val="0"/>
              </a:spcBef>
              <a:spcAft>
                <a:spcPts val="0"/>
              </a:spcAft>
              <a:buClr>
                <a:schemeClr val="dk1"/>
              </a:buClr>
              <a:buSzPts val="2700"/>
              <a:buChar char="●"/>
            </a:pPr>
            <a:r>
              <a:rPr lang="en" sz="1900"/>
              <a:t>Can salary outcomes be predicted before graduation? </a:t>
            </a:r>
            <a:endParaRPr sz="1900"/>
          </a:p>
          <a:p>
            <a:pPr marL="457200" lvl="0" indent="-400050" algn="l" rtl="0">
              <a:lnSpc>
                <a:spcPct val="100000"/>
              </a:lnSpc>
              <a:spcBef>
                <a:spcPts val="0"/>
              </a:spcBef>
              <a:spcAft>
                <a:spcPts val="0"/>
              </a:spcAft>
              <a:buClr>
                <a:schemeClr val="dk1"/>
              </a:buClr>
              <a:buSzPts val="2700"/>
              <a:buChar char="●"/>
            </a:pPr>
            <a:r>
              <a:rPr lang="en" sz="1900"/>
              <a:t>Which predictors are associated with higher salaries?</a:t>
            </a:r>
            <a:endParaRPr sz="1900"/>
          </a:p>
          <a:p>
            <a:pPr marL="457200" lvl="0" indent="-400050" algn="l" rtl="0">
              <a:lnSpc>
                <a:spcPct val="100000"/>
              </a:lnSpc>
              <a:spcBef>
                <a:spcPts val="0"/>
              </a:spcBef>
              <a:spcAft>
                <a:spcPts val="0"/>
              </a:spcAft>
              <a:buClr>
                <a:schemeClr val="dk1"/>
              </a:buClr>
              <a:buSzPts val="2700"/>
              <a:buChar char="●"/>
            </a:pPr>
            <a:r>
              <a:rPr lang="en" sz="1900"/>
              <a:t>Can schools identify students who need assistance and take action?</a:t>
            </a:r>
            <a:endParaRPr sz="1900"/>
          </a:p>
        </p:txBody>
      </p:sp>
      <p:sp>
        <p:nvSpPr>
          <p:cNvPr id="922" name="Google Shape;922;p97"/>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Research Objectives</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98"/>
          <p:cNvSpPr txBox="1">
            <a:spLocks noGrp="1"/>
          </p:cNvSpPr>
          <p:nvPr>
            <p:ph type="title"/>
          </p:nvPr>
        </p:nvSpPr>
        <p:spPr>
          <a:xfrm>
            <a:off x="340950" y="592328"/>
            <a:ext cx="5627400" cy="587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a:t>Business Value</a:t>
            </a:r>
            <a:endParaRPr sz="3000"/>
          </a:p>
        </p:txBody>
      </p:sp>
      <p:sp>
        <p:nvSpPr>
          <p:cNvPr id="928" name="Google Shape;928;p98"/>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929" name="Google Shape;929;p98"/>
          <p:cNvSpPr txBox="1">
            <a:spLocks noGrp="1"/>
          </p:cNvSpPr>
          <p:nvPr>
            <p:ph type="subTitle" idx="4294967295"/>
          </p:nvPr>
        </p:nvSpPr>
        <p:spPr>
          <a:xfrm>
            <a:off x="361966" y="1317019"/>
            <a:ext cx="7874400" cy="153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a:t>Employment outcomes for graduates, like salary, impact a university’s reputation, rankings, recruitment, and employer relations. Understanding which factors influence salary and being able to make predictions would allow universities to identify students at risk of less desirable outcomes and take proactive steps to improve their outcomes.</a:t>
            </a:r>
            <a:endParaRPr sz="2000"/>
          </a:p>
        </p:txBody>
      </p:sp>
      <p:grpSp>
        <p:nvGrpSpPr>
          <p:cNvPr id="930" name="Google Shape;930;p98"/>
          <p:cNvGrpSpPr/>
          <p:nvPr/>
        </p:nvGrpSpPr>
        <p:grpSpPr>
          <a:xfrm>
            <a:off x="1015499" y="3616138"/>
            <a:ext cx="7019109" cy="1163866"/>
            <a:chOff x="376112" y="2198812"/>
            <a:chExt cx="4439945" cy="842100"/>
          </a:xfrm>
        </p:grpSpPr>
        <p:sp>
          <p:nvSpPr>
            <p:cNvPr id="931" name="Google Shape;931;p98"/>
            <p:cNvSpPr/>
            <p:nvPr/>
          </p:nvSpPr>
          <p:spPr>
            <a:xfrm>
              <a:off x="376112"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Student Data</a:t>
              </a:r>
              <a:endParaRPr sz="967">
                <a:solidFill>
                  <a:schemeClr val="dk1"/>
                </a:solidFill>
                <a:latin typeface="DM Sans"/>
                <a:ea typeface="DM Sans"/>
                <a:cs typeface="DM Sans"/>
                <a:sym typeface="DM Sans"/>
              </a:endParaRPr>
            </a:p>
          </p:txBody>
        </p:sp>
        <p:sp>
          <p:nvSpPr>
            <p:cNvPr id="932" name="Google Shape;932;p98"/>
            <p:cNvSpPr/>
            <p:nvPr/>
          </p:nvSpPr>
          <p:spPr>
            <a:xfrm>
              <a:off x="1304445"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Machine Learning</a:t>
              </a:r>
              <a:endParaRPr sz="967">
                <a:solidFill>
                  <a:schemeClr val="dk1"/>
                </a:solidFill>
                <a:latin typeface="DM Sans"/>
                <a:ea typeface="DM Sans"/>
                <a:cs typeface="DM Sans"/>
                <a:sym typeface="DM Sans"/>
              </a:endParaRPr>
            </a:p>
          </p:txBody>
        </p:sp>
        <p:sp>
          <p:nvSpPr>
            <p:cNvPr id="933" name="Google Shape;933;p98"/>
            <p:cNvSpPr/>
            <p:nvPr/>
          </p:nvSpPr>
          <p:spPr>
            <a:xfrm>
              <a:off x="2232791"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Salary Prediction</a:t>
              </a:r>
              <a:endParaRPr sz="967">
                <a:solidFill>
                  <a:schemeClr val="dk1"/>
                </a:solidFill>
                <a:latin typeface="DM Sans"/>
                <a:ea typeface="DM Sans"/>
                <a:cs typeface="DM Sans"/>
                <a:sym typeface="DM Sans"/>
              </a:endParaRPr>
            </a:p>
          </p:txBody>
        </p:sp>
        <p:sp>
          <p:nvSpPr>
            <p:cNvPr id="934" name="Google Shape;934;p98"/>
            <p:cNvSpPr/>
            <p:nvPr/>
          </p:nvSpPr>
          <p:spPr>
            <a:xfrm>
              <a:off x="3161124"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Early Intervention</a:t>
              </a:r>
              <a:endParaRPr sz="967">
                <a:solidFill>
                  <a:schemeClr val="dk1"/>
                </a:solidFill>
                <a:latin typeface="DM Sans"/>
                <a:ea typeface="DM Sans"/>
                <a:cs typeface="DM Sans"/>
                <a:sym typeface="DM Sans"/>
              </a:endParaRPr>
            </a:p>
          </p:txBody>
        </p:sp>
        <p:sp>
          <p:nvSpPr>
            <p:cNvPr id="935" name="Google Shape;935;p98"/>
            <p:cNvSpPr/>
            <p:nvPr/>
          </p:nvSpPr>
          <p:spPr>
            <a:xfrm>
              <a:off x="4089457"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Improved Outcomes</a:t>
              </a:r>
              <a:endParaRPr sz="967">
                <a:solidFill>
                  <a:schemeClr val="dk1"/>
                </a:solidFill>
                <a:latin typeface="DM Sans"/>
                <a:ea typeface="DM Sans"/>
                <a:cs typeface="DM Sans"/>
                <a:sym typeface="DM Sans"/>
              </a:endParaRPr>
            </a:p>
          </p:txBody>
        </p:sp>
      </p:grpSp>
      <p:cxnSp>
        <p:nvCxnSpPr>
          <p:cNvPr id="936" name="Google Shape;936;p98"/>
          <p:cNvCxnSpPr>
            <a:endCxn id="932" idx="2"/>
          </p:cNvCxnSpPr>
          <p:nvPr/>
        </p:nvCxnSpPr>
        <p:spPr>
          <a:xfrm>
            <a:off x="2164201"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937" name="Google Shape;937;p98"/>
          <p:cNvCxnSpPr>
            <a:endCxn id="933" idx="2"/>
          </p:cNvCxnSpPr>
          <p:nvPr/>
        </p:nvCxnSpPr>
        <p:spPr>
          <a:xfrm>
            <a:off x="3651924" y="4198071"/>
            <a:ext cx="298800" cy="0"/>
          </a:xfrm>
          <a:prstGeom prst="straightConnector1">
            <a:avLst/>
          </a:prstGeom>
          <a:noFill/>
          <a:ln w="9525" cap="flat" cmpd="sng">
            <a:solidFill>
              <a:schemeClr val="dk2"/>
            </a:solidFill>
            <a:prstDash val="solid"/>
            <a:round/>
            <a:headEnd type="none" w="med" len="med"/>
            <a:tailEnd type="triangle" w="med" len="med"/>
          </a:ln>
        </p:spPr>
      </p:cxnSp>
      <p:cxnSp>
        <p:nvCxnSpPr>
          <p:cNvPr id="938" name="Google Shape;938;p98"/>
          <p:cNvCxnSpPr>
            <a:stCxn id="933" idx="6"/>
            <a:endCxn id="934" idx="2"/>
          </p:cNvCxnSpPr>
          <p:nvPr/>
        </p:nvCxnSpPr>
        <p:spPr>
          <a:xfrm>
            <a:off x="5099406"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939" name="Google Shape;939;p98"/>
          <p:cNvCxnSpPr>
            <a:stCxn id="934" idx="6"/>
            <a:endCxn id="935" idx="2"/>
          </p:cNvCxnSpPr>
          <p:nvPr/>
        </p:nvCxnSpPr>
        <p:spPr>
          <a:xfrm>
            <a:off x="6567007" y="4198071"/>
            <a:ext cx="318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99"/>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945" name="Google Shape;945;p99"/>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Data Overview</a:t>
            </a:r>
            <a:endParaRPr sz="3000"/>
          </a:p>
        </p:txBody>
      </p:sp>
      <p:sp>
        <p:nvSpPr>
          <p:cNvPr id="946" name="Google Shape;946;p99"/>
          <p:cNvSpPr txBox="1">
            <a:spLocks noGrp="1"/>
          </p:cNvSpPr>
          <p:nvPr>
            <p:ph type="title"/>
          </p:nvPr>
        </p:nvSpPr>
        <p:spPr>
          <a:xfrm>
            <a:off x="361975" y="1190475"/>
            <a:ext cx="8056500" cy="8313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800"/>
              <a:t>This analysis uses the Kaggle dataset </a:t>
            </a:r>
            <a:r>
              <a:rPr lang="en" sz="1800" u="sng">
                <a:solidFill>
                  <a:schemeClr val="hlink"/>
                </a:solidFill>
                <a:hlinkClick r:id="rId3"/>
              </a:rPr>
              <a:t>Engineering Graduate Salary Prediction</a:t>
            </a:r>
            <a:r>
              <a:rPr lang="en" sz="1800"/>
              <a:t>. The dataset is sourced from ‘Aspiring Minds Research’, which captures salary and education information for engineering graduates from universities in India.</a:t>
            </a:r>
            <a:endParaRPr sz="1300"/>
          </a:p>
        </p:txBody>
      </p:sp>
      <p:grpSp>
        <p:nvGrpSpPr>
          <p:cNvPr id="947" name="Google Shape;947;p99"/>
          <p:cNvGrpSpPr/>
          <p:nvPr/>
        </p:nvGrpSpPr>
        <p:grpSpPr>
          <a:xfrm>
            <a:off x="361974" y="2821081"/>
            <a:ext cx="3812244" cy="1505836"/>
            <a:chOff x="362125" y="3570661"/>
            <a:chExt cx="2201700" cy="931714"/>
          </a:xfrm>
        </p:grpSpPr>
        <p:sp>
          <p:nvSpPr>
            <p:cNvPr id="948" name="Google Shape;948;p99"/>
            <p:cNvSpPr txBox="1"/>
            <p:nvPr/>
          </p:nvSpPr>
          <p:spPr>
            <a:xfrm>
              <a:off x="362125" y="3915100"/>
              <a:ext cx="1945500" cy="237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500">
                  <a:solidFill>
                    <a:schemeClr val="dk1"/>
                  </a:solidFill>
                  <a:latin typeface="DM Sans Medium"/>
                  <a:ea typeface="DM Sans Medium"/>
                  <a:cs typeface="DM Sans Medium"/>
                  <a:sym typeface="DM Sans Medium"/>
                </a:rPr>
                <a:t># of universities</a:t>
              </a:r>
              <a:endParaRPr sz="1500">
                <a:solidFill>
                  <a:schemeClr val="dk1"/>
                </a:solidFill>
                <a:latin typeface="DM Sans Medium"/>
                <a:ea typeface="DM Sans Medium"/>
                <a:cs typeface="DM Sans Medium"/>
                <a:sym typeface="DM Sans Medium"/>
              </a:endParaRPr>
            </a:p>
          </p:txBody>
        </p:sp>
        <p:sp>
          <p:nvSpPr>
            <p:cNvPr id="949" name="Google Shape;949;p99"/>
            <p:cNvSpPr txBox="1"/>
            <p:nvPr/>
          </p:nvSpPr>
          <p:spPr>
            <a:xfrm>
              <a:off x="362125" y="3570675"/>
              <a:ext cx="1945500" cy="237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500">
                  <a:solidFill>
                    <a:schemeClr val="dk1"/>
                  </a:solidFill>
                  <a:latin typeface="DM Sans Medium"/>
                  <a:ea typeface="DM Sans Medium"/>
                  <a:cs typeface="DM Sans Medium"/>
                  <a:sym typeface="DM Sans Medium"/>
                </a:rPr>
                <a:t>Sample size</a:t>
              </a:r>
              <a:endParaRPr sz="1500">
                <a:solidFill>
                  <a:schemeClr val="dk1"/>
                </a:solidFill>
                <a:latin typeface="DM Sans Medium"/>
                <a:ea typeface="DM Sans Medium"/>
                <a:cs typeface="DM Sans Medium"/>
                <a:sym typeface="DM Sans Medium"/>
              </a:endParaRPr>
            </a:p>
          </p:txBody>
        </p:sp>
        <p:sp>
          <p:nvSpPr>
            <p:cNvPr id="950" name="Google Shape;950;p99"/>
            <p:cNvSpPr txBox="1"/>
            <p:nvPr/>
          </p:nvSpPr>
          <p:spPr>
            <a:xfrm>
              <a:off x="362125" y="4259525"/>
              <a:ext cx="1945500" cy="237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500">
                  <a:solidFill>
                    <a:schemeClr val="dk1"/>
                  </a:solidFill>
                  <a:latin typeface="DM Sans Medium"/>
                  <a:ea typeface="DM Sans Medium"/>
                  <a:cs typeface="DM Sans Medium"/>
                  <a:sym typeface="DM Sans Medium"/>
                </a:rPr>
                <a:t>Salary currency</a:t>
              </a:r>
              <a:endParaRPr sz="1500">
                <a:solidFill>
                  <a:schemeClr val="dk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500">
                <a:solidFill>
                  <a:schemeClr val="dk1"/>
                </a:solidFill>
                <a:latin typeface="DM Sans Medium"/>
                <a:ea typeface="DM Sans Medium"/>
                <a:cs typeface="DM Sans Medium"/>
                <a:sym typeface="DM Sans Medium"/>
              </a:endParaRPr>
            </a:p>
          </p:txBody>
        </p:sp>
        <p:sp>
          <p:nvSpPr>
            <p:cNvPr id="951" name="Google Shape;951;p99"/>
            <p:cNvSpPr txBox="1"/>
            <p:nvPr/>
          </p:nvSpPr>
          <p:spPr>
            <a:xfrm>
              <a:off x="1633494" y="3915122"/>
              <a:ext cx="930000" cy="2376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500">
                  <a:solidFill>
                    <a:schemeClr val="dk1"/>
                  </a:solidFill>
                  <a:latin typeface="DM Sans Light"/>
                  <a:ea typeface="DM Sans Light"/>
                  <a:cs typeface="DM Sans Light"/>
                  <a:sym typeface="DM Sans Light"/>
                </a:rPr>
                <a:t>1173 universities</a:t>
              </a:r>
              <a:endParaRPr sz="1500">
                <a:solidFill>
                  <a:schemeClr val="dk1"/>
                </a:solidFill>
                <a:latin typeface="DM Sans Light"/>
                <a:ea typeface="DM Sans Light"/>
                <a:cs typeface="DM Sans Light"/>
                <a:sym typeface="DM Sans Light"/>
              </a:endParaRPr>
            </a:p>
          </p:txBody>
        </p:sp>
        <p:sp>
          <p:nvSpPr>
            <p:cNvPr id="952" name="Google Shape;952;p99"/>
            <p:cNvSpPr txBox="1"/>
            <p:nvPr/>
          </p:nvSpPr>
          <p:spPr>
            <a:xfrm>
              <a:off x="1499568" y="3570661"/>
              <a:ext cx="1064100" cy="2376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500" dirty="0">
                  <a:solidFill>
                    <a:schemeClr val="dk1"/>
                  </a:solidFill>
                  <a:latin typeface="DM Sans Light"/>
                  <a:ea typeface="DM Sans Light"/>
                  <a:cs typeface="DM Sans Light"/>
                  <a:sym typeface="DM Sans Light"/>
                </a:rPr>
                <a:t>2998 graduates</a:t>
              </a:r>
              <a:endParaRPr sz="1500" dirty="0">
                <a:solidFill>
                  <a:schemeClr val="dk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500" dirty="0">
                <a:solidFill>
                  <a:schemeClr val="dk1"/>
                </a:solidFill>
                <a:latin typeface="DM Sans Light"/>
                <a:ea typeface="DM Sans Light"/>
                <a:cs typeface="DM Sans Light"/>
                <a:sym typeface="DM Sans Light"/>
              </a:endParaRPr>
            </a:p>
          </p:txBody>
        </p:sp>
        <p:sp>
          <p:nvSpPr>
            <p:cNvPr id="953" name="Google Shape;953;p99"/>
            <p:cNvSpPr txBox="1"/>
            <p:nvPr/>
          </p:nvSpPr>
          <p:spPr>
            <a:xfrm>
              <a:off x="1922233" y="4259518"/>
              <a:ext cx="641400" cy="1863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500" dirty="0">
                  <a:solidFill>
                    <a:schemeClr val="dk1"/>
                  </a:solidFill>
                  <a:latin typeface="DM Sans Light"/>
                  <a:ea typeface="DM Sans Light"/>
                  <a:cs typeface="DM Sans Light"/>
                  <a:sym typeface="DM Sans Light"/>
                </a:rPr>
                <a:t>Rupees </a:t>
              </a:r>
              <a:r>
                <a:rPr lang="en" sz="1500" dirty="0">
                  <a:solidFill>
                    <a:schemeClr val="dk1"/>
                  </a:solidFill>
                  <a:latin typeface="DM Sans" pitchFamily="2" charset="77"/>
                  <a:ea typeface="DM Sans Light"/>
                  <a:cs typeface="DM Sans Light"/>
                  <a:sym typeface="DM Sans Light"/>
                </a:rPr>
                <a:t>(</a:t>
              </a:r>
              <a:r>
                <a:rPr lang="en" sz="1500" dirty="0">
                  <a:solidFill>
                    <a:srgbClr val="E8E8E8"/>
                  </a:solidFill>
                  <a:latin typeface="DM Sans" pitchFamily="2" charset="77"/>
                  <a:ea typeface="Helvetica Neue"/>
                  <a:cs typeface="Helvetica Neue"/>
                  <a:sym typeface="Helvetica Neue"/>
                </a:rPr>
                <a:t>₹)</a:t>
              </a:r>
              <a:endParaRPr sz="1500" dirty="0">
                <a:solidFill>
                  <a:schemeClr val="dk1"/>
                </a:solidFill>
                <a:latin typeface="DM Sans" pitchFamily="2" charset="77"/>
                <a:ea typeface="DM Sans Light"/>
                <a:cs typeface="DM Sans Light"/>
                <a:sym typeface="DM Sans Light"/>
              </a:endParaRPr>
            </a:p>
          </p:txBody>
        </p:sp>
        <p:cxnSp>
          <p:nvCxnSpPr>
            <p:cNvPr id="954" name="Google Shape;954;p99"/>
            <p:cNvCxnSpPr/>
            <p:nvPr/>
          </p:nvCxnSpPr>
          <p:spPr>
            <a:xfrm>
              <a:off x="362125" y="4502375"/>
              <a:ext cx="2201700" cy="0"/>
            </a:xfrm>
            <a:prstGeom prst="straightConnector1">
              <a:avLst/>
            </a:prstGeom>
            <a:noFill/>
            <a:ln w="9525" cap="flat" cmpd="sng">
              <a:solidFill>
                <a:schemeClr val="dk1"/>
              </a:solidFill>
              <a:prstDash val="solid"/>
              <a:round/>
              <a:headEnd type="none" w="med" len="med"/>
              <a:tailEnd type="none" w="med" len="med"/>
            </a:ln>
          </p:spPr>
        </p:cxnSp>
        <p:cxnSp>
          <p:nvCxnSpPr>
            <p:cNvPr id="955" name="Google Shape;955;p99"/>
            <p:cNvCxnSpPr/>
            <p:nvPr/>
          </p:nvCxnSpPr>
          <p:spPr>
            <a:xfrm>
              <a:off x="362125" y="4141075"/>
              <a:ext cx="2201700" cy="0"/>
            </a:xfrm>
            <a:prstGeom prst="straightConnector1">
              <a:avLst/>
            </a:prstGeom>
            <a:noFill/>
            <a:ln w="9525" cap="flat" cmpd="sng">
              <a:solidFill>
                <a:schemeClr val="dk1"/>
              </a:solidFill>
              <a:prstDash val="solid"/>
              <a:round/>
              <a:headEnd type="none" w="med" len="med"/>
              <a:tailEnd type="none" w="med" len="med"/>
            </a:ln>
          </p:spPr>
        </p:cxnSp>
      </p:grpSp>
      <p:cxnSp>
        <p:nvCxnSpPr>
          <p:cNvPr id="956" name="Google Shape;956;p99"/>
          <p:cNvCxnSpPr/>
          <p:nvPr/>
        </p:nvCxnSpPr>
        <p:spPr>
          <a:xfrm>
            <a:off x="361975" y="3194963"/>
            <a:ext cx="3812100" cy="0"/>
          </a:xfrm>
          <a:prstGeom prst="straightConnector1">
            <a:avLst/>
          </a:prstGeom>
          <a:noFill/>
          <a:ln w="9525" cap="flat" cmpd="sng">
            <a:solidFill>
              <a:schemeClr val="dk1"/>
            </a:solidFill>
            <a:prstDash val="solid"/>
            <a:round/>
            <a:headEnd type="none" w="med" len="med"/>
            <a:tailEnd type="none" w="med" len="med"/>
          </a:ln>
        </p:spPr>
      </p:cxnSp>
      <p:sp>
        <p:nvSpPr>
          <p:cNvPr id="957" name="Google Shape;957;p99"/>
          <p:cNvSpPr txBox="1">
            <a:spLocks noGrp="1"/>
          </p:cNvSpPr>
          <p:nvPr>
            <p:ph type="subTitle" idx="8"/>
          </p:nvPr>
        </p:nvSpPr>
        <p:spPr>
          <a:xfrm>
            <a:off x="4536875" y="2571750"/>
            <a:ext cx="4320300" cy="569400"/>
          </a:xfrm>
          <a:prstGeom prst="rect">
            <a:avLst/>
          </a:prstGeom>
        </p:spPr>
        <p:txBody>
          <a:bodyPr spcFirstLastPara="1" wrap="square" lIns="153725" tIns="153725" rIns="153725" bIns="153725" anchor="b" anchorCtr="0">
            <a:spAutoFit/>
          </a:bodyPr>
          <a:lstStyle/>
          <a:p>
            <a:pPr marL="0" lvl="0" indent="0" algn="ctr" rtl="0">
              <a:spcBef>
                <a:spcPts val="0"/>
              </a:spcBef>
              <a:spcAft>
                <a:spcPts val="0"/>
              </a:spcAft>
              <a:buNone/>
            </a:pPr>
            <a:r>
              <a:rPr lang="en" sz="1681"/>
              <a:t>Predictors</a:t>
            </a:r>
            <a:endParaRPr sz="1681"/>
          </a:p>
        </p:txBody>
      </p:sp>
      <p:grpSp>
        <p:nvGrpSpPr>
          <p:cNvPr id="958" name="Google Shape;958;p99"/>
          <p:cNvGrpSpPr/>
          <p:nvPr/>
        </p:nvGrpSpPr>
        <p:grpSpPr>
          <a:xfrm>
            <a:off x="4560608" y="3141151"/>
            <a:ext cx="4320323" cy="1108297"/>
            <a:chOff x="6216650" y="2242177"/>
            <a:chExt cx="2569480" cy="659151"/>
          </a:xfrm>
        </p:grpSpPr>
        <p:sp>
          <p:nvSpPr>
            <p:cNvPr id="959" name="Google Shape;959;p99"/>
            <p:cNvSpPr/>
            <p:nvPr/>
          </p:nvSpPr>
          <p:spPr>
            <a:xfrm>
              <a:off x="6216650" y="2242177"/>
              <a:ext cx="1232700" cy="293100"/>
            </a:xfrm>
            <a:prstGeom prst="roundRect">
              <a:avLst>
                <a:gd name="adj" fmla="val 0"/>
              </a:avLst>
            </a:prstGeom>
            <a:solidFill>
              <a:schemeClr val="accent1"/>
            </a:solidFill>
            <a:ln>
              <a:noFill/>
            </a:ln>
          </p:spPr>
          <p:txBody>
            <a:bodyPr spcFirstLastPara="1" wrap="square" lIns="153725" tIns="153725" rIns="153725" bIns="153725" anchor="ctr" anchorCtr="0">
              <a:noAutofit/>
            </a:bodyPr>
            <a:lstStyle/>
            <a:p>
              <a:pPr marL="0" lvl="0" indent="0" algn="ctr" rtl="0">
                <a:spcBef>
                  <a:spcPts val="0"/>
                </a:spcBef>
                <a:spcAft>
                  <a:spcPts val="0"/>
                </a:spcAft>
                <a:buNone/>
              </a:pPr>
              <a:r>
                <a:rPr lang="en" sz="1513">
                  <a:solidFill>
                    <a:schemeClr val="lt1"/>
                  </a:solidFill>
                  <a:latin typeface="DM Sans"/>
                  <a:ea typeface="DM Sans"/>
                  <a:cs typeface="DM Sans"/>
                  <a:sym typeface="DM Sans"/>
                </a:rPr>
                <a:t>College Tier</a:t>
              </a:r>
              <a:endParaRPr sz="1513">
                <a:solidFill>
                  <a:schemeClr val="lt1"/>
                </a:solidFill>
                <a:latin typeface="DM Sans"/>
                <a:ea typeface="DM Sans"/>
                <a:cs typeface="DM Sans"/>
                <a:sym typeface="DM Sans"/>
              </a:endParaRPr>
            </a:p>
          </p:txBody>
        </p:sp>
        <p:sp>
          <p:nvSpPr>
            <p:cNvPr id="960" name="Google Shape;960;p99"/>
            <p:cNvSpPr/>
            <p:nvPr/>
          </p:nvSpPr>
          <p:spPr>
            <a:xfrm>
              <a:off x="7544005" y="2242177"/>
              <a:ext cx="1232700" cy="293100"/>
            </a:xfrm>
            <a:prstGeom prst="roundRect">
              <a:avLst>
                <a:gd name="adj" fmla="val 0"/>
              </a:avLst>
            </a:prstGeom>
            <a:solidFill>
              <a:schemeClr val="accent1"/>
            </a:solidFill>
            <a:ln>
              <a:noFill/>
            </a:ln>
          </p:spPr>
          <p:txBody>
            <a:bodyPr spcFirstLastPara="1" wrap="square" lIns="153725" tIns="153725" rIns="153725" bIns="153725" anchor="ctr" anchorCtr="0">
              <a:noAutofit/>
            </a:bodyPr>
            <a:lstStyle/>
            <a:p>
              <a:pPr marL="0" lvl="0" indent="0" algn="ctr" rtl="0">
                <a:spcBef>
                  <a:spcPts val="0"/>
                </a:spcBef>
                <a:spcAft>
                  <a:spcPts val="0"/>
                </a:spcAft>
                <a:buNone/>
              </a:pPr>
              <a:r>
                <a:rPr lang="en" sz="1513">
                  <a:solidFill>
                    <a:schemeClr val="lt1"/>
                  </a:solidFill>
                  <a:latin typeface="DM Sans"/>
                  <a:ea typeface="DM Sans"/>
                  <a:cs typeface="DM Sans"/>
                  <a:sym typeface="DM Sans"/>
                </a:rPr>
                <a:t>Academic Scores</a:t>
              </a:r>
              <a:endParaRPr sz="1513">
                <a:solidFill>
                  <a:schemeClr val="lt1"/>
                </a:solidFill>
                <a:latin typeface="DM Sans"/>
                <a:ea typeface="DM Sans"/>
                <a:cs typeface="DM Sans"/>
                <a:sym typeface="DM Sans"/>
              </a:endParaRPr>
            </a:p>
          </p:txBody>
        </p:sp>
        <p:sp>
          <p:nvSpPr>
            <p:cNvPr id="961" name="Google Shape;961;p99"/>
            <p:cNvSpPr/>
            <p:nvPr/>
          </p:nvSpPr>
          <p:spPr>
            <a:xfrm>
              <a:off x="6216650" y="2608228"/>
              <a:ext cx="1232700" cy="293100"/>
            </a:xfrm>
            <a:prstGeom prst="roundRect">
              <a:avLst>
                <a:gd name="adj" fmla="val 0"/>
              </a:avLst>
            </a:prstGeom>
            <a:solidFill>
              <a:schemeClr val="accent1"/>
            </a:solidFill>
            <a:ln>
              <a:noFill/>
            </a:ln>
          </p:spPr>
          <p:txBody>
            <a:bodyPr spcFirstLastPara="1" wrap="square" lIns="153725" tIns="153725" rIns="153725" bIns="153725" anchor="ctr" anchorCtr="0">
              <a:noAutofit/>
            </a:bodyPr>
            <a:lstStyle/>
            <a:p>
              <a:pPr marL="0" lvl="0" indent="0" algn="ctr" rtl="0">
                <a:spcBef>
                  <a:spcPts val="0"/>
                </a:spcBef>
                <a:spcAft>
                  <a:spcPts val="0"/>
                </a:spcAft>
                <a:buNone/>
              </a:pPr>
              <a:r>
                <a:rPr lang="en" sz="1513">
                  <a:solidFill>
                    <a:schemeClr val="lt1"/>
                  </a:solidFill>
                  <a:latin typeface="DM Sans"/>
                  <a:ea typeface="DM Sans"/>
                  <a:cs typeface="DM Sans"/>
                  <a:sym typeface="DM Sans"/>
                </a:rPr>
                <a:t>Specialization</a:t>
              </a:r>
              <a:endParaRPr sz="1513">
                <a:solidFill>
                  <a:schemeClr val="lt1"/>
                </a:solidFill>
                <a:latin typeface="DM Sans"/>
                <a:ea typeface="DM Sans"/>
                <a:cs typeface="DM Sans"/>
                <a:sym typeface="DM Sans"/>
              </a:endParaRPr>
            </a:p>
          </p:txBody>
        </p:sp>
        <p:sp>
          <p:nvSpPr>
            <p:cNvPr id="962" name="Google Shape;962;p99"/>
            <p:cNvSpPr/>
            <p:nvPr/>
          </p:nvSpPr>
          <p:spPr>
            <a:xfrm>
              <a:off x="7553430" y="2608228"/>
              <a:ext cx="1232700" cy="293100"/>
            </a:xfrm>
            <a:prstGeom prst="roundRect">
              <a:avLst>
                <a:gd name="adj" fmla="val 0"/>
              </a:avLst>
            </a:prstGeom>
            <a:solidFill>
              <a:schemeClr val="accent1"/>
            </a:solidFill>
            <a:ln>
              <a:noFill/>
            </a:ln>
          </p:spPr>
          <p:txBody>
            <a:bodyPr spcFirstLastPara="1" wrap="square" lIns="153725" tIns="153725" rIns="153725" bIns="153725" anchor="ctr" anchorCtr="0">
              <a:noAutofit/>
            </a:bodyPr>
            <a:lstStyle/>
            <a:p>
              <a:pPr marL="0" lvl="0" indent="0" algn="ctr" rtl="0">
                <a:spcBef>
                  <a:spcPts val="0"/>
                </a:spcBef>
                <a:spcAft>
                  <a:spcPts val="0"/>
                </a:spcAft>
                <a:buNone/>
              </a:pPr>
              <a:r>
                <a:rPr lang="en" sz="1513">
                  <a:solidFill>
                    <a:schemeClr val="lt1"/>
                  </a:solidFill>
                  <a:latin typeface="DM Sans"/>
                  <a:ea typeface="DM Sans"/>
                  <a:cs typeface="DM Sans"/>
                  <a:sym typeface="DM Sans"/>
                </a:rPr>
                <a:t>Personality Scores</a:t>
              </a:r>
              <a:endParaRPr sz="1513">
                <a:solidFill>
                  <a:schemeClr val="lt1"/>
                </a:solidFill>
                <a:latin typeface="DM Sans"/>
                <a:ea typeface="DM Sans"/>
                <a:cs typeface="DM Sans"/>
                <a:sym typeface="DM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00"/>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968" name="Google Shape;968;p100"/>
          <p:cNvSpPr txBox="1">
            <a:spLocks noGrp="1"/>
          </p:cNvSpPr>
          <p:nvPr>
            <p:ph type="title"/>
          </p:nvPr>
        </p:nvSpPr>
        <p:spPr>
          <a:xfrm>
            <a:off x="491400" y="1260450"/>
            <a:ext cx="8161200" cy="221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a:t>Preprocessing steps:</a:t>
            </a:r>
            <a:endParaRPr sz="1800"/>
          </a:p>
          <a:p>
            <a:pPr marL="457200" lvl="0" indent="-374650" algn="l" rtl="0">
              <a:spcBef>
                <a:spcPts val="0"/>
              </a:spcBef>
              <a:spcAft>
                <a:spcPts val="0"/>
              </a:spcAft>
              <a:buSzPts val="2300"/>
              <a:buChar char="●"/>
            </a:pPr>
            <a:r>
              <a:rPr lang="en" sz="1800"/>
              <a:t>Dropped identifiers from dataset.</a:t>
            </a:r>
            <a:endParaRPr sz="1800"/>
          </a:p>
          <a:p>
            <a:pPr marL="457200" lvl="0" indent="-374650" algn="l" rtl="0">
              <a:spcBef>
                <a:spcPts val="0"/>
              </a:spcBef>
              <a:spcAft>
                <a:spcPts val="0"/>
              </a:spcAft>
              <a:buSzPts val="2300"/>
              <a:buChar char="●"/>
            </a:pPr>
            <a:r>
              <a:rPr lang="en" sz="1800"/>
              <a:t>Regrouped Specialization and Degree to avoid sparse levels.</a:t>
            </a:r>
            <a:endParaRPr sz="1800"/>
          </a:p>
          <a:p>
            <a:pPr marL="457200" lvl="0" indent="-374650" algn="l" rtl="0">
              <a:spcBef>
                <a:spcPts val="0"/>
              </a:spcBef>
              <a:spcAft>
                <a:spcPts val="0"/>
              </a:spcAft>
              <a:buSzPts val="2300"/>
              <a:buChar char="●"/>
            </a:pPr>
            <a:r>
              <a:rPr lang="en" sz="1800"/>
              <a:t>Replaced null and invalid values with median.</a:t>
            </a:r>
            <a:endParaRPr sz="1800"/>
          </a:p>
          <a:p>
            <a:pPr marL="457200" lvl="0" indent="-374650" algn="l" rtl="0">
              <a:spcBef>
                <a:spcPts val="0"/>
              </a:spcBef>
              <a:spcAft>
                <a:spcPts val="0"/>
              </a:spcAft>
              <a:buSzPts val="2300"/>
              <a:buChar char="●"/>
            </a:pPr>
            <a:r>
              <a:rPr lang="en" sz="1800"/>
              <a:t>Log-transformed salary to address extreme values and improve model stability.</a:t>
            </a:r>
            <a:endParaRPr sz="1800"/>
          </a:p>
          <a:p>
            <a:pPr marL="457200" lvl="0" indent="-374650" algn="l" rtl="0">
              <a:spcBef>
                <a:spcPts val="0"/>
              </a:spcBef>
              <a:spcAft>
                <a:spcPts val="0"/>
              </a:spcAft>
              <a:buSzPts val="2300"/>
              <a:buChar char="●"/>
            </a:pPr>
            <a:r>
              <a:rPr lang="en" sz="1800"/>
              <a:t>Engineered features for academic consistency and growth.</a:t>
            </a:r>
            <a:endParaRPr sz="1800"/>
          </a:p>
          <a:p>
            <a:pPr marL="0" lvl="0" indent="0" algn="l" rtl="0">
              <a:spcBef>
                <a:spcPts val="0"/>
              </a:spcBef>
              <a:spcAft>
                <a:spcPts val="0"/>
              </a:spcAft>
              <a:buNone/>
            </a:pPr>
            <a:endParaRPr sz="1800"/>
          </a:p>
        </p:txBody>
      </p:sp>
      <p:sp>
        <p:nvSpPr>
          <p:cNvPr id="969" name="Google Shape;969;p100"/>
          <p:cNvSpPr txBox="1">
            <a:spLocks noGrp="1"/>
          </p:cNvSpPr>
          <p:nvPr>
            <p:ph type="title" idx="4294967295"/>
          </p:nvPr>
        </p:nvSpPr>
        <p:spPr>
          <a:xfrm>
            <a:off x="361975" y="567492"/>
            <a:ext cx="5718600" cy="49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Preparation</a:t>
            </a:r>
            <a:endParaRPr i="1"/>
          </a:p>
        </p:txBody>
      </p:sp>
      <p:grpSp>
        <p:nvGrpSpPr>
          <p:cNvPr id="970" name="Google Shape;970;p100"/>
          <p:cNvGrpSpPr/>
          <p:nvPr/>
        </p:nvGrpSpPr>
        <p:grpSpPr>
          <a:xfrm>
            <a:off x="1015499" y="3616138"/>
            <a:ext cx="7019109" cy="1163866"/>
            <a:chOff x="376112" y="2198812"/>
            <a:chExt cx="4439945" cy="842100"/>
          </a:xfrm>
        </p:grpSpPr>
        <p:sp>
          <p:nvSpPr>
            <p:cNvPr id="971" name="Google Shape;971;p100"/>
            <p:cNvSpPr/>
            <p:nvPr/>
          </p:nvSpPr>
          <p:spPr>
            <a:xfrm>
              <a:off x="376112"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Raw Data</a:t>
              </a:r>
              <a:endParaRPr sz="967">
                <a:solidFill>
                  <a:schemeClr val="dk1"/>
                </a:solidFill>
                <a:latin typeface="DM Sans"/>
                <a:ea typeface="DM Sans"/>
                <a:cs typeface="DM Sans"/>
                <a:sym typeface="DM Sans"/>
              </a:endParaRPr>
            </a:p>
          </p:txBody>
        </p:sp>
        <p:sp>
          <p:nvSpPr>
            <p:cNvPr id="972" name="Google Shape;972;p100"/>
            <p:cNvSpPr/>
            <p:nvPr/>
          </p:nvSpPr>
          <p:spPr>
            <a:xfrm>
              <a:off x="1304445"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Data Cleaning</a:t>
              </a:r>
              <a:endParaRPr sz="967">
                <a:solidFill>
                  <a:schemeClr val="dk1"/>
                </a:solidFill>
                <a:latin typeface="DM Sans"/>
                <a:ea typeface="DM Sans"/>
                <a:cs typeface="DM Sans"/>
                <a:sym typeface="DM Sans"/>
              </a:endParaRPr>
            </a:p>
          </p:txBody>
        </p:sp>
        <p:sp>
          <p:nvSpPr>
            <p:cNvPr id="973" name="Google Shape;973;p100"/>
            <p:cNvSpPr/>
            <p:nvPr/>
          </p:nvSpPr>
          <p:spPr>
            <a:xfrm>
              <a:off x="2232791"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Feature Engineering</a:t>
              </a:r>
              <a:endParaRPr sz="967">
                <a:solidFill>
                  <a:schemeClr val="dk1"/>
                </a:solidFill>
                <a:latin typeface="DM Sans"/>
                <a:ea typeface="DM Sans"/>
                <a:cs typeface="DM Sans"/>
                <a:sym typeface="DM Sans"/>
              </a:endParaRPr>
            </a:p>
          </p:txBody>
        </p:sp>
        <p:sp>
          <p:nvSpPr>
            <p:cNvPr id="974" name="Google Shape;974;p100"/>
            <p:cNvSpPr/>
            <p:nvPr/>
          </p:nvSpPr>
          <p:spPr>
            <a:xfrm>
              <a:off x="3161124"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Apply Pipeline</a:t>
              </a:r>
              <a:endParaRPr sz="967">
                <a:solidFill>
                  <a:schemeClr val="dk1"/>
                </a:solidFill>
                <a:latin typeface="DM Sans"/>
                <a:ea typeface="DM Sans"/>
                <a:cs typeface="DM Sans"/>
                <a:sym typeface="DM Sans"/>
              </a:endParaRPr>
            </a:p>
          </p:txBody>
        </p:sp>
        <p:sp>
          <p:nvSpPr>
            <p:cNvPr id="975" name="Google Shape;975;p100"/>
            <p:cNvSpPr/>
            <p:nvPr/>
          </p:nvSpPr>
          <p:spPr>
            <a:xfrm>
              <a:off x="4089457"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Modeling</a:t>
              </a:r>
              <a:endParaRPr sz="967">
                <a:solidFill>
                  <a:schemeClr val="dk1"/>
                </a:solidFill>
                <a:latin typeface="DM Sans"/>
                <a:ea typeface="DM Sans"/>
                <a:cs typeface="DM Sans"/>
                <a:sym typeface="DM Sans"/>
              </a:endParaRPr>
            </a:p>
          </p:txBody>
        </p:sp>
      </p:grpSp>
      <p:cxnSp>
        <p:nvCxnSpPr>
          <p:cNvPr id="976" name="Google Shape;976;p100"/>
          <p:cNvCxnSpPr>
            <a:endCxn id="972" idx="2"/>
          </p:cNvCxnSpPr>
          <p:nvPr/>
        </p:nvCxnSpPr>
        <p:spPr>
          <a:xfrm>
            <a:off x="2164201"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977" name="Google Shape;977;p100"/>
          <p:cNvCxnSpPr>
            <a:endCxn id="973" idx="2"/>
          </p:cNvCxnSpPr>
          <p:nvPr/>
        </p:nvCxnSpPr>
        <p:spPr>
          <a:xfrm>
            <a:off x="3651924" y="4198071"/>
            <a:ext cx="298800" cy="0"/>
          </a:xfrm>
          <a:prstGeom prst="straightConnector1">
            <a:avLst/>
          </a:prstGeom>
          <a:noFill/>
          <a:ln w="9525" cap="flat" cmpd="sng">
            <a:solidFill>
              <a:schemeClr val="dk2"/>
            </a:solidFill>
            <a:prstDash val="solid"/>
            <a:round/>
            <a:headEnd type="none" w="med" len="med"/>
            <a:tailEnd type="triangle" w="med" len="med"/>
          </a:ln>
        </p:spPr>
      </p:cxnSp>
      <p:cxnSp>
        <p:nvCxnSpPr>
          <p:cNvPr id="978" name="Google Shape;978;p100"/>
          <p:cNvCxnSpPr>
            <a:stCxn id="973" idx="6"/>
            <a:endCxn id="974" idx="2"/>
          </p:cNvCxnSpPr>
          <p:nvPr/>
        </p:nvCxnSpPr>
        <p:spPr>
          <a:xfrm>
            <a:off x="5099406"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979" name="Google Shape;979;p100"/>
          <p:cNvCxnSpPr>
            <a:stCxn id="974" idx="6"/>
            <a:endCxn id="975" idx="2"/>
          </p:cNvCxnSpPr>
          <p:nvPr/>
        </p:nvCxnSpPr>
        <p:spPr>
          <a:xfrm>
            <a:off x="6567007" y="4198071"/>
            <a:ext cx="318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01"/>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985" name="Google Shape;985;p101"/>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Salary Overview</a:t>
            </a:r>
            <a:endParaRPr sz="3000"/>
          </a:p>
        </p:txBody>
      </p:sp>
      <p:sp>
        <p:nvSpPr>
          <p:cNvPr id="986" name="Google Shape;986;p101"/>
          <p:cNvSpPr txBox="1">
            <a:spLocks noGrp="1"/>
          </p:cNvSpPr>
          <p:nvPr>
            <p:ph type="title" idx="4294967295"/>
          </p:nvPr>
        </p:nvSpPr>
        <p:spPr>
          <a:xfrm>
            <a:off x="243300" y="1458150"/>
            <a:ext cx="3580800" cy="6867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000">
                <a:solidFill>
                  <a:schemeClr val="dk1"/>
                </a:solidFill>
              </a:rPr>
              <a:t>Average salary: ₹305,174</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Median salary: ₹300,000</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Salaries ranged from ₹35,000 to ₹4,000,000.</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Most graduates were near median salary, with 2.6% of graduates receiving substantially higher salaries over ₹655,000.</a:t>
            </a:r>
            <a:endParaRPr sz="2000">
              <a:solidFill>
                <a:schemeClr val="dk1"/>
              </a:solidFill>
            </a:endParaRPr>
          </a:p>
        </p:txBody>
      </p:sp>
      <p:pic>
        <p:nvPicPr>
          <p:cNvPr id="987" name="Google Shape;987;p101" title="Screenshot 2026-06-07 at 4.24.37 PM.png"/>
          <p:cNvPicPr preferRelativeResize="0"/>
          <p:nvPr/>
        </p:nvPicPr>
        <p:blipFill>
          <a:blip r:embed="rId3">
            <a:alphaModFix/>
          </a:blip>
          <a:stretch>
            <a:fillRect/>
          </a:stretch>
        </p:blipFill>
        <p:spPr>
          <a:xfrm>
            <a:off x="4525052" y="1205426"/>
            <a:ext cx="3937003" cy="334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02"/>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993" name="Google Shape;993;p102"/>
          <p:cNvSpPr txBox="1">
            <a:spLocks noGrp="1"/>
          </p:cNvSpPr>
          <p:nvPr>
            <p:ph type="title" idx="4294967295"/>
          </p:nvPr>
        </p:nvSpPr>
        <p:spPr>
          <a:xfrm>
            <a:off x="361975" y="581500"/>
            <a:ext cx="7866000" cy="6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Exploring Features Associated with Salary </a:t>
            </a:r>
            <a:endParaRPr i="1"/>
          </a:p>
        </p:txBody>
      </p:sp>
      <p:sp>
        <p:nvSpPr>
          <p:cNvPr id="994" name="Google Shape;994;p102"/>
          <p:cNvSpPr txBox="1">
            <a:spLocks noGrp="1"/>
          </p:cNvSpPr>
          <p:nvPr>
            <p:ph type="title"/>
          </p:nvPr>
        </p:nvSpPr>
        <p:spPr>
          <a:xfrm>
            <a:off x="475550" y="1265625"/>
            <a:ext cx="4350300" cy="686700"/>
          </a:xfrm>
          <a:prstGeom prst="rect">
            <a:avLst/>
          </a:prstGeom>
        </p:spPr>
        <p:txBody>
          <a:bodyPr spcFirstLastPara="1" wrap="square" lIns="0" tIns="0" rIns="0" bIns="0" anchor="t" anchorCtr="0">
            <a:noAutofit/>
          </a:bodyPr>
          <a:lstStyle/>
          <a:p>
            <a:pPr marL="457200" lvl="0" indent="-330200" algn="l" rtl="0">
              <a:spcBef>
                <a:spcPts val="0"/>
              </a:spcBef>
              <a:spcAft>
                <a:spcPts val="0"/>
              </a:spcAft>
              <a:buSzPts val="1600"/>
              <a:buChar char="●"/>
            </a:pPr>
            <a:r>
              <a:rPr lang="en" sz="1600">
                <a:highlight>
                  <a:schemeClr val="dk1"/>
                </a:highlight>
              </a:rPr>
              <a:t>The median salary and salary range for Tier 1 college graduates is higher than Tier 2.</a:t>
            </a:r>
            <a:endParaRPr sz="1600">
              <a:highlight>
                <a:schemeClr val="dk1"/>
              </a:highlight>
            </a:endParaRPr>
          </a:p>
          <a:p>
            <a:pPr marL="457200" lvl="0" indent="-330200" algn="l" rtl="0">
              <a:spcBef>
                <a:spcPts val="0"/>
              </a:spcBef>
              <a:spcAft>
                <a:spcPts val="0"/>
              </a:spcAft>
              <a:buSzPts val="1600"/>
              <a:buChar char="●"/>
            </a:pPr>
            <a:r>
              <a:rPr lang="en" sz="1600">
                <a:highlight>
                  <a:schemeClr val="dk1"/>
                </a:highlight>
              </a:rPr>
              <a:t>There is a moderate positive correlation between Quantitative test score and salary.</a:t>
            </a:r>
            <a:endParaRPr sz="1600">
              <a:highlight>
                <a:schemeClr val="dk1"/>
              </a:highlight>
            </a:endParaRPr>
          </a:p>
          <a:p>
            <a:pPr marL="0" lvl="0" indent="0" algn="l" rtl="0">
              <a:spcBef>
                <a:spcPts val="0"/>
              </a:spcBef>
              <a:spcAft>
                <a:spcPts val="0"/>
              </a:spcAft>
              <a:buNone/>
            </a:pPr>
            <a:endParaRPr sz="1600">
              <a:highlight>
                <a:schemeClr val="dk1"/>
              </a:highlight>
            </a:endParaRPr>
          </a:p>
        </p:txBody>
      </p:sp>
      <p:pic>
        <p:nvPicPr>
          <p:cNvPr id="995" name="Google Shape;995;p102"/>
          <p:cNvPicPr preferRelativeResize="0"/>
          <p:nvPr/>
        </p:nvPicPr>
        <p:blipFill rotWithShape="1">
          <a:blip r:embed="rId3">
            <a:alphaModFix/>
          </a:blip>
          <a:srcRect b="50649"/>
          <a:stretch/>
        </p:blipFill>
        <p:spPr>
          <a:xfrm>
            <a:off x="154650" y="2669225"/>
            <a:ext cx="4671200" cy="2219350"/>
          </a:xfrm>
          <a:prstGeom prst="rect">
            <a:avLst/>
          </a:prstGeom>
          <a:noFill/>
          <a:ln>
            <a:noFill/>
          </a:ln>
        </p:spPr>
      </p:pic>
      <p:pic>
        <p:nvPicPr>
          <p:cNvPr id="996" name="Google Shape;996;p102" title="Screenshot 2026-06-07 at 4.58.02 PM.png"/>
          <p:cNvPicPr preferRelativeResize="0"/>
          <p:nvPr/>
        </p:nvPicPr>
        <p:blipFill>
          <a:blip r:embed="rId4">
            <a:alphaModFix/>
          </a:blip>
          <a:stretch>
            <a:fillRect/>
          </a:stretch>
        </p:blipFill>
        <p:spPr>
          <a:xfrm>
            <a:off x="4894225" y="1795100"/>
            <a:ext cx="4013349" cy="30854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03"/>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002" name="Google Shape;1002;p103"/>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Methodology</a:t>
            </a:r>
            <a:endParaRPr sz="3000"/>
          </a:p>
        </p:txBody>
      </p:sp>
      <p:grpSp>
        <p:nvGrpSpPr>
          <p:cNvPr id="1003" name="Google Shape;1003;p103"/>
          <p:cNvGrpSpPr/>
          <p:nvPr/>
        </p:nvGrpSpPr>
        <p:grpSpPr>
          <a:xfrm>
            <a:off x="1015499" y="3616138"/>
            <a:ext cx="7019109" cy="1163866"/>
            <a:chOff x="376112" y="2198812"/>
            <a:chExt cx="4439945" cy="842100"/>
          </a:xfrm>
        </p:grpSpPr>
        <p:sp>
          <p:nvSpPr>
            <p:cNvPr id="1004" name="Google Shape;1004;p103"/>
            <p:cNvSpPr/>
            <p:nvPr/>
          </p:nvSpPr>
          <p:spPr>
            <a:xfrm>
              <a:off x="376112" y="2198812"/>
              <a:ext cx="726600" cy="842100"/>
            </a:xfrm>
            <a:prstGeom prst="ellipse">
              <a:avLst/>
            </a:prstGeom>
            <a:solidFill>
              <a:schemeClr val="accent1"/>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lt1"/>
                  </a:solidFill>
                  <a:latin typeface="DM Sans"/>
                  <a:ea typeface="DM Sans"/>
                  <a:cs typeface="DM Sans"/>
                  <a:sym typeface="DM Sans"/>
                </a:rPr>
                <a:t>Prepared Data</a:t>
              </a:r>
              <a:endParaRPr sz="967">
                <a:solidFill>
                  <a:schemeClr val="lt1"/>
                </a:solidFill>
                <a:latin typeface="DM Sans"/>
                <a:ea typeface="DM Sans"/>
                <a:cs typeface="DM Sans"/>
                <a:sym typeface="DM Sans"/>
              </a:endParaRPr>
            </a:p>
          </p:txBody>
        </p:sp>
        <p:sp>
          <p:nvSpPr>
            <p:cNvPr id="1005" name="Google Shape;1005;p103"/>
            <p:cNvSpPr/>
            <p:nvPr/>
          </p:nvSpPr>
          <p:spPr>
            <a:xfrm>
              <a:off x="1304445" y="2198812"/>
              <a:ext cx="726600" cy="842100"/>
            </a:xfrm>
            <a:prstGeom prst="ellipse">
              <a:avLst/>
            </a:prstGeom>
            <a:solidFill>
              <a:schemeClr val="accent1"/>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lt1"/>
                  </a:solidFill>
                  <a:latin typeface="DM Sans"/>
                  <a:ea typeface="DM Sans"/>
                  <a:cs typeface="DM Sans"/>
                  <a:sym typeface="DM Sans"/>
                </a:rPr>
                <a:t>Validation Split</a:t>
              </a:r>
              <a:endParaRPr sz="967">
                <a:solidFill>
                  <a:schemeClr val="lt1"/>
                </a:solidFill>
                <a:latin typeface="DM Sans"/>
                <a:ea typeface="DM Sans"/>
                <a:cs typeface="DM Sans"/>
                <a:sym typeface="DM Sans"/>
              </a:endParaRPr>
            </a:p>
          </p:txBody>
        </p:sp>
        <p:sp>
          <p:nvSpPr>
            <p:cNvPr id="1006" name="Google Shape;1006;p103"/>
            <p:cNvSpPr/>
            <p:nvPr/>
          </p:nvSpPr>
          <p:spPr>
            <a:xfrm>
              <a:off x="2232791" y="2198812"/>
              <a:ext cx="726600" cy="842100"/>
            </a:xfrm>
            <a:prstGeom prst="ellipse">
              <a:avLst/>
            </a:prstGeom>
            <a:solidFill>
              <a:schemeClr val="accent1"/>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lt1"/>
                  </a:solidFill>
                  <a:latin typeface="DM Sans"/>
                  <a:ea typeface="DM Sans"/>
                  <a:cs typeface="DM Sans"/>
                  <a:sym typeface="DM Sans"/>
                </a:rPr>
                <a:t>Fit Models</a:t>
              </a:r>
              <a:endParaRPr sz="967">
                <a:solidFill>
                  <a:schemeClr val="lt1"/>
                </a:solidFill>
                <a:latin typeface="DM Sans"/>
                <a:ea typeface="DM Sans"/>
                <a:cs typeface="DM Sans"/>
                <a:sym typeface="DM Sans"/>
              </a:endParaRPr>
            </a:p>
          </p:txBody>
        </p:sp>
        <p:sp>
          <p:nvSpPr>
            <p:cNvPr id="1007" name="Google Shape;1007;p103"/>
            <p:cNvSpPr/>
            <p:nvPr/>
          </p:nvSpPr>
          <p:spPr>
            <a:xfrm>
              <a:off x="3161124" y="2198812"/>
              <a:ext cx="726600" cy="842100"/>
            </a:xfrm>
            <a:prstGeom prst="ellipse">
              <a:avLst/>
            </a:prstGeom>
            <a:solidFill>
              <a:schemeClr val="accent1"/>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lt1"/>
                  </a:solidFill>
                  <a:latin typeface="DM Sans"/>
                  <a:ea typeface="DM Sans"/>
                  <a:cs typeface="DM Sans"/>
                  <a:sym typeface="DM Sans"/>
                </a:rPr>
                <a:t>Predict Salary</a:t>
              </a:r>
              <a:endParaRPr sz="967">
                <a:solidFill>
                  <a:schemeClr val="lt1"/>
                </a:solidFill>
                <a:latin typeface="DM Sans"/>
                <a:ea typeface="DM Sans"/>
                <a:cs typeface="DM Sans"/>
                <a:sym typeface="DM Sans"/>
              </a:endParaRPr>
            </a:p>
          </p:txBody>
        </p:sp>
        <p:sp>
          <p:nvSpPr>
            <p:cNvPr id="1008" name="Google Shape;1008;p103"/>
            <p:cNvSpPr/>
            <p:nvPr/>
          </p:nvSpPr>
          <p:spPr>
            <a:xfrm>
              <a:off x="4089457" y="2198812"/>
              <a:ext cx="726600" cy="842100"/>
            </a:xfrm>
            <a:prstGeom prst="ellipse">
              <a:avLst/>
            </a:prstGeom>
            <a:solidFill>
              <a:schemeClr val="accent1"/>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lt1"/>
                  </a:solidFill>
                  <a:latin typeface="DM Sans"/>
                  <a:ea typeface="DM Sans"/>
                  <a:cs typeface="DM Sans"/>
                  <a:sym typeface="DM Sans"/>
                </a:rPr>
                <a:t>Evaluate</a:t>
              </a:r>
              <a:endParaRPr sz="967">
                <a:solidFill>
                  <a:schemeClr val="lt1"/>
                </a:solidFill>
                <a:latin typeface="DM Sans"/>
                <a:ea typeface="DM Sans"/>
                <a:cs typeface="DM Sans"/>
                <a:sym typeface="DM Sans"/>
              </a:endParaRPr>
            </a:p>
          </p:txBody>
        </p:sp>
      </p:grpSp>
      <p:cxnSp>
        <p:nvCxnSpPr>
          <p:cNvPr id="1009" name="Google Shape;1009;p103"/>
          <p:cNvCxnSpPr>
            <a:endCxn id="1005" idx="2"/>
          </p:cNvCxnSpPr>
          <p:nvPr/>
        </p:nvCxnSpPr>
        <p:spPr>
          <a:xfrm>
            <a:off x="2164201" y="4198071"/>
            <a:ext cx="318900" cy="0"/>
          </a:xfrm>
          <a:prstGeom prst="straightConnector1">
            <a:avLst/>
          </a:prstGeom>
          <a:noFill/>
          <a:ln w="9525" cap="flat" cmpd="sng">
            <a:solidFill>
              <a:schemeClr val="dk1"/>
            </a:solidFill>
            <a:prstDash val="solid"/>
            <a:round/>
            <a:headEnd type="none" w="med" len="med"/>
            <a:tailEnd type="triangle" w="med" len="med"/>
          </a:ln>
        </p:spPr>
      </p:cxnSp>
      <p:cxnSp>
        <p:nvCxnSpPr>
          <p:cNvPr id="1010" name="Google Shape;1010;p103"/>
          <p:cNvCxnSpPr>
            <a:endCxn id="1006" idx="2"/>
          </p:cNvCxnSpPr>
          <p:nvPr/>
        </p:nvCxnSpPr>
        <p:spPr>
          <a:xfrm>
            <a:off x="3651924" y="4198071"/>
            <a:ext cx="298800" cy="0"/>
          </a:xfrm>
          <a:prstGeom prst="straightConnector1">
            <a:avLst/>
          </a:prstGeom>
          <a:noFill/>
          <a:ln w="9525" cap="flat" cmpd="sng">
            <a:solidFill>
              <a:schemeClr val="dk1"/>
            </a:solidFill>
            <a:prstDash val="solid"/>
            <a:round/>
            <a:headEnd type="none" w="med" len="med"/>
            <a:tailEnd type="triangle" w="med" len="med"/>
          </a:ln>
        </p:spPr>
      </p:cxnSp>
      <p:cxnSp>
        <p:nvCxnSpPr>
          <p:cNvPr id="1011" name="Google Shape;1011;p103"/>
          <p:cNvCxnSpPr>
            <a:stCxn id="1006" idx="6"/>
            <a:endCxn id="1007" idx="2"/>
          </p:cNvCxnSpPr>
          <p:nvPr/>
        </p:nvCxnSpPr>
        <p:spPr>
          <a:xfrm>
            <a:off x="5099406" y="4198071"/>
            <a:ext cx="318900" cy="0"/>
          </a:xfrm>
          <a:prstGeom prst="straightConnector1">
            <a:avLst/>
          </a:prstGeom>
          <a:noFill/>
          <a:ln w="9525" cap="flat" cmpd="sng">
            <a:solidFill>
              <a:schemeClr val="dk1"/>
            </a:solidFill>
            <a:prstDash val="solid"/>
            <a:round/>
            <a:headEnd type="none" w="med" len="med"/>
            <a:tailEnd type="triangle" w="med" len="med"/>
          </a:ln>
        </p:spPr>
      </p:cxnSp>
      <p:cxnSp>
        <p:nvCxnSpPr>
          <p:cNvPr id="1012" name="Google Shape;1012;p103"/>
          <p:cNvCxnSpPr>
            <a:stCxn id="1007" idx="6"/>
            <a:endCxn id="1008" idx="2"/>
          </p:cNvCxnSpPr>
          <p:nvPr/>
        </p:nvCxnSpPr>
        <p:spPr>
          <a:xfrm>
            <a:off x="6567007" y="4198071"/>
            <a:ext cx="318900" cy="0"/>
          </a:xfrm>
          <a:prstGeom prst="straightConnector1">
            <a:avLst/>
          </a:prstGeom>
          <a:noFill/>
          <a:ln w="9525" cap="flat" cmpd="sng">
            <a:solidFill>
              <a:schemeClr val="dk1"/>
            </a:solidFill>
            <a:prstDash val="solid"/>
            <a:round/>
            <a:headEnd type="none" w="med" len="med"/>
            <a:tailEnd type="triangle" w="med" len="med"/>
          </a:ln>
        </p:spPr>
      </p:cxnSp>
      <p:sp>
        <p:nvSpPr>
          <p:cNvPr id="1013" name="Google Shape;1013;p103"/>
          <p:cNvSpPr txBox="1">
            <a:spLocks noGrp="1"/>
          </p:cNvSpPr>
          <p:nvPr>
            <p:ph type="title" idx="4294967295"/>
          </p:nvPr>
        </p:nvSpPr>
        <p:spPr>
          <a:xfrm>
            <a:off x="243175" y="1095175"/>
            <a:ext cx="7984800" cy="6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dk1"/>
                </a:solidFill>
              </a:rPr>
              <a:t>Approach</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Developed regression and tree-based machine learning models.</a:t>
            </a:r>
            <a:endParaRPr sz="1900">
              <a:solidFill>
                <a:schemeClr val="dk1"/>
              </a:solidFill>
            </a:endParaRPr>
          </a:p>
          <a:p>
            <a:pPr marL="914400" lvl="1" indent="-349250" algn="l" rtl="0">
              <a:spcBef>
                <a:spcPts val="0"/>
              </a:spcBef>
              <a:spcAft>
                <a:spcPts val="0"/>
              </a:spcAft>
              <a:buClr>
                <a:schemeClr val="dk1"/>
              </a:buClr>
              <a:buSzPts val="1900"/>
              <a:buFont typeface="Newsreader"/>
              <a:buChar char="○"/>
            </a:pPr>
            <a:r>
              <a:rPr lang="en" sz="1900">
                <a:solidFill>
                  <a:schemeClr val="dk1"/>
                </a:solidFill>
                <a:latin typeface="Newsreader"/>
                <a:ea typeface="Newsreader"/>
                <a:cs typeface="Newsreader"/>
                <a:sym typeface="Newsreader"/>
              </a:rPr>
              <a:t>Linear regression, Ridge regression, Random Forest, and Gradient Boosting</a:t>
            </a:r>
            <a:endParaRPr sz="1900">
              <a:solidFill>
                <a:schemeClr val="dk1"/>
              </a:solidFill>
              <a:latin typeface="Newsreader"/>
              <a:ea typeface="Newsreader"/>
              <a:cs typeface="Newsreader"/>
              <a:sym typeface="Newsreader"/>
            </a:endParaRPr>
          </a:p>
          <a:p>
            <a:pPr marL="457200" lvl="0" indent="-349250" algn="l" rtl="0">
              <a:spcBef>
                <a:spcPts val="0"/>
              </a:spcBef>
              <a:spcAft>
                <a:spcPts val="0"/>
              </a:spcAft>
              <a:buClr>
                <a:schemeClr val="dk1"/>
              </a:buClr>
              <a:buSzPts val="1900"/>
              <a:buChar char="●"/>
            </a:pPr>
            <a:r>
              <a:rPr lang="en" sz="1900">
                <a:solidFill>
                  <a:schemeClr val="dk1"/>
                </a:solidFill>
              </a:rPr>
              <a:t>Cross-validation: Trained models on 80% of data and predicted salary on remaining 20% for validation.</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 Model performance was evaluated on prediction accuracy and explanatory power.</a:t>
            </a:r>
            <a:endParaRPr sz="19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p104"/>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1019" name="Google Shape;1019;p104"/>
          <p:cNvSpPr txBox="1">
            <a:spLocks noGrp="1"/>
          </p:cNvSpPr>
          <p:nvPr>
            <p:ph type="title" idx="4294967295"/>
          </p:nvPr>
        </p:nvSpPr>
        <p:spPr>
          <a:xfrm>
            <a:off x="361975" y="567492"/>
            <a:ext cx="5718600" cy="49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Tools and Technology</a:t>
            </a:r>
            <a:endParaRPr i="1"/>
          </a:p>
        </p:txBody>
      </p:sp>
      <p:sp>
        <p:nvSpPr>
          <p:cNvPr id="1020" name="Google Shape;1020;p104"/>
          <p:cNvSpPr txBox="1"/>
          <p:nvPr/>
        </p:nvSpPr>
        <p:spPr>
          <a:xfrm>
            <a:off x="2366225" y="2000049"/>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Programming Language</a:t>
            </a:r>
            <a:endParaRPr sz="1497">
              <a:solidFill>
                <a:schemeClr val="lt1"/>
              </a:solidFill>
              <a:latin typeface="DM Sans Medium"/>
              <a:ea typeface="DM Sans Medium"/>
              <a:cs typeface="DM Sans Medium"/>
              <a:sym typeface="DM Sans Medium"/>
            </a:endParaRPr>
          </a:p>
        </p:txBody>
      </p:sp>
      <p:sp>
        <p:nvSpPr>
          <p:cNvPr id="1021" name="Google Shape;1021;p104"/>
          <p:cNvSpPr txBox="1"/>
          <p:nvPr/>
        </p:nvSpPr>
        <p:spPr>
          <a:xfrm>
            <a:off x="2366225" y="1427097"/>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Environment</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1022" name="Google Shape;1022;p104"/>
          <p:cNvSpPr txBox="1"/>
          <p:nvPr/>
        </p:nvSpPr>
        <p:spPr>
          <a:xfrm>
            <a:off x="2366225" y="2573001"/>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Data Analysis</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1023" name="Google Shape;1023;p104"/>
          <p:cNvSpPr txBox="1"/>
          <p:nvPr/>
        </p:nvSpPr>
        <p:spPr>
          <a:xfrm>
            <a:off x="2366225" y="3145953"/>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Data Visualization</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1024" name="Google Shape;1024;p104"/>
          <p:cNvSpPr txBox="1"/>
          <p:nvPr/>
        </p:nvSpPr>
        <p:spPr>
          <a:xfrm>
            <a:off x="4856689" y="198532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Python</a:t>
            </a:r>
            <a:endParaRPr sz="1497">
              <a:solidFill>
                <a:schemeClr val="lt1"/>
              </a:solidFill>
              <a:latin typeface="DM Sans Light"/>
              <a:ea typeface="DM Sans Light"/>
              <a:cs typeface="DM Sans Light"/>
              <a:sym typeface="DM Sans Light"/>
            </a:endParaRPr>
          </a:p>
        </p:txBody>
      </p:sp>
      <p:sp>
        <p:nvSpPr>
          <p:cNvPr id="1025" name="Google Shape;1025;p104"/>
          <p:cNvSpPr txBox="1"/>
          <p:nvPr/>
        </p:nvSpPr>
        <p:spPr>
          <a:xfrm>
            <a:off x="4889576" y="141237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Jupyter Notebook</a:t>
            </a:r>
            <a:endParaRPr sz="1497">
              <a:solidFill>
                <a:schemeClr val="lt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sp>
        <p:nvSpPr>
          <p:cNvPr id="1026" name="Google Shape;1026;p104"/>
          <p:cNvSpPr txBox="1"/>
          <p:nvPr/>
        </p:nvSpPr>
        <p:spPr>
          <a:xfrm>
            <a:off x="4856689" y="255827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Pandas, NumPy</a:t>
            </a:r>
            <a:endParaRPr sz="1497">
              <a:solidFill>
                <a:schemeClr val="lt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sp>
        <p:nvSpPr>
          <p:cNvPr id="1027" name="Google Shape;1027;p104"/>
          <p:cNvSpPr txBox="1"/>
          <p:nvPr/>
        </p:nvSpPr>
        <p:spPr>
          <a:xfrm>
            <a:off x="4856689" y="313122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Matplotlib, Seaborn</a:t>
            </a:r>
            <a:endParaRPr sz="1497">
              <a:solidFill>
                <a:schemeClr val="lt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cxnSp>
        <p:nvCxnSpPr>
          <p:cNvPr id="1028" name="Google Shape;1028;p104"/>
          <p:cNvCxnSpPr/>
          <p:nvPr/>
        </p:nvCxnSpPr>
        <p:spPr>
          <a:xfrm>
            <a:off x="2366225" y="1798350"/>
            <a:ext cx="4284900" cy="0"/>
          </a:xfrm>
          <a:prstGeom prst="straightConnector1">
            <a:avLst/>
          </a:prstGeom>
          <a:noFill/>
          <a:ln w="9525" cap="flat" cmpd="sng">
            <a:solidFill>
              <a:schemeClr val="lt2"/>
            </a:solidFill>
            <a:prstDash val="solid"/>
            <a:round/>
            <a:headEnd type="none" w="med" len="med"/>
            <a:tailEnd type="none" w="med" len="med"/>
          </a:ln>
        </p:spPr>
      </p:cxnSp>
      <p:cxnSp>
        <p:nvCxnSpPr>
          <p:cNvPr id="1029" name="Google Shape;1029;p104"/>
          <p:cNvCxnSpPr/>
          <p:nvPr/>
        </p:nvCxnSpPr>
        <p:spPr>
          <a:xfrm>
            <a:off x="2366225" y="2375961"/>
            <a:ext cx="4284900" cy="0"/>
          </a:xfrm>
          <a:prstGeom prst="straightConnector1">
            <a:avLst/>
          </a:prstGeom>
          <a:noFill/>
          <a:ln w="9525" cap="flat" cmpd="sng">
            <a:solidFill>
              <a:schemeClr val="lt2"/>
            </a:solidFill>
            <a:prstDash val="solid"/>
            <a:round/>
            <a:headEnd type="none" w="med" len="med"/>
            <a:tailEnd type="none" w="med" len="med"/>
          </a:ln>
        </p:spPr>
      </p:cxnSp>
      <p:cxnSp>
        <p:nvCxnSpPr>
          <p:cNvPr id="1030" name="Google Shape;1030;p104"/>
          <p:cNvCxnSpPr/>
          <p:nvPr/>
        </p:nvCxnSpPr>
        <p:spPr>
          <a:xfrm>
            <a:off x="2366225" y="2976985"/>
            <a:ext cx="4284900" cy="0"/>
          </a:xfrm>
          <a:prstGeom prst="straightConnector1">
            <a:avLst/>
          </a:prstGeom>
          <a:noFill/>
          <a:ln w="9525" cap="flat" cmpd="sng">
            <a:solidFill>
              <a:schemeClr val="lt2"/>
            </a:solidFill>
            <a:prstDash val="solid"/>
            <a:round/>
            <a:headEnd type="none" w="med" len="med"/>
            <a:tailEnd type="none" w="med" len="med"/>
          </a:ln>
        </p:spPr>
      </p:cxnSp>
      <p:sp>
        <p:nvSpPr>
          <p:cNvPr id="1031" name="Google Shape;1031;p104"/>
          <p:cNvSpPr txBox="1"/>
          <p:nvPr/>
        </p:nvSpPr>
        <p:spPr>
          <a:xfrm>
            <a:off x="2366225" y="3727735"/>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Machine Learning</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1032" name="Google Shape;1032;p104"/>
          <p:cNvSpPr txBox="1"/>
          <p:nvPr/>
        </p:nvSpPr>
        <p:spPr>
          <a:xfrm>
            <a:off x="4856689" y="371300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SciKit-learn</a:t>
            </a:r>
            <a:endParaRPr sz="1497">
              <a:solidFill>
                <a:schemeClr val="lt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cxnSp>
        <p:nvCxnSpPr>
          <p:cNvPr id="1033" name="Google Shape;1033;p104"/>
          <p:cNvCxnSpPr/>
          <p:nvPr/>
        </p:nvCxnSpPr>
        <p:spPr>
          <a:xfrm>
            <a:off x="2366225" y="3558767"/>
            <a:ext cx="4284900" cy="0"/>
          </a:xfrm>
          <a:prstGeom prst="straightConnector1">
            <a:avLst/>
          </a:prstGeom>
          <a:noFill/>
          <a:ln w="9525" cap="flat" cmpd="sng">
            <a:solidFill>
              <a:schemeClr val="lt2"/>
            </a:solidFill>
            <a:prstDash val="solid"/>
            <a:round/>
            <a:headEnd type="none" w="med" len="med"/>
            <a:tailEnd type="none" w="med" len="med"/>
          </a:ln>
        </p:spPr>
      </p:cxnSp>
      <p:sp>
        <p:nvSpPr>
          <p:cNvPr id="1034" name="Google Shape;1034;p104"/>
          <p:cNvSpPr txBox="1"/>
          <p:nvPr/>
        </p:nvSpPr>
        <p:spPr>
          <a:xfrm>
            <a:off x="2366225" y="4277117"/>
            <a:ext cx="3236400" cy="395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497">
                <a:solidFill>
                  <a:schemeClr val="lt1"/>
                </a:solidFill>
                <a:latin typeface="DM Sans Medium"/>
                <a:ea typeface="DM Sans Medium"/>
                <a:cs typeface="DM Sans Medium"/>
                <a:sym typeface="DM Sans Medium"/>
              </a:rPr>
              <a:t>Hardware</a:t>
            </a:r>
            <a:endParaRPr sz="1497">
              <a:solidFill>
                <a:schemeClr val="lt1"/>
              </a:solidFill>
              <a:latin typeface="DM Sans Medium"/>
              <a:ea typeface="DM Sans Medium"/>
              <a:cs typeface="DM Sans Medium"/>
              <a:sym typeface="DM Sans Medium"/>
            </a:endParaRPr>
          </a:p>
          <a:p>
            <a:pPr marL="0" lvl="0" indent="0" algn="l" rtl="0">
              <a:lnSpc>
                <a:spcPct val="90000"/>
              </a:lnSpc>
              <a:spcBef>
                <a:spcPts val="0"/>
              </a:spcBef>
              <a:spcAft>
                <a:spcPts val="0"/>
              </a:spcAft>
              <a:buNone/>
            </a:pPr>
            <a:endParaRPr sz="1497">
              <a:solidFill>
                <a:schemeClr val="lt1"/>
              </a:solidFill>
              <a:latin typeface="DM Sans Medium"/>
              <a:ea typeface="DM Sans Medium"/>
              <a:cs typeface="DM Sans Medium"/>
              <a:sym typeface="DM Sans Medium"/>
            </a:endParaRPr>
          </a:p>
        </p:txBody>
      </p:sp>
      <p:sp>
        <p:nvSpPr>
          <p:cNvPr id="1035" name="Google Shape;1035;p104"/>
          <p:cNvSpPr txBox="1"/>
          <p:nvPr/>
        </p:nvSpPr>
        <p:spPr>
          <a:xfrm>
            <a:off x="4856689" y="4262385"/>
            <a:ext cx="1794300" cy="395100"/>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None/>
            </a:pPr>
            <a:r>
              <a:rPr lang="en" sz="1497">
                <a:solidFill>
                  <a:schemeClr val="lt1"/>
                </a:solidFill>
                <a:latin typeface="DM Sans Light"/>
                <a:ea typeface="DM Sans Light"/>
                <a:cs typeface="DM Sans Light"/>
                <a:sym typeface="DM Sans Light"/>
              </a:rPr>
              <a:t>Google Colab Cloud </a:t>
            </a:r>
            <a:endParaRPr sz="1497">
              <a:solidFill>
                <a:schemeClr val="lt1"/>
              </a:solidFill>
              <a:latin typeface="DM Sans Light"/>
              <a:ea typeface="DM Sans Light"/>
              <a:cs typeface="DM Sans Light"/>
              <a:sym typeface="DM Sans Light"/>
            </a:endParaRPr>
          </a:p>
          <a:p>
            <a:pPr marL="0" lvl="0" indent="0" algn="r" rtl="0">
              <a:lnSpc>
                <a:spcPct val="90000"/>
              </a:lnSpc>
              <a:spcBef>
                <a:spcPts val="0"/>
              </a:spcBef>
              <a:spcAft>
                <a:spcPts val="0"/>
              </a:spcAft>
              <a:buNone/>
            </a:pPr>
            <a:endParaRPr sz="1497">
              <a:solidFill>
                <a:schemeClr val="lt1"/>
              </a:solidFill>
              <a:latin typeface="DM Sans Light"/>
              <a:ea typeface="DM Sans Light"/>
              <a:cs typeface="DM Sans Light"/>
              <a:sym typeface="DM Sans Light"/>
            </a:endParaRPr>
          </a:p>
        </p:txBody>
      </p:sp>
      <p:cxnSp>
        <p:nvCxnSpPr>
          <p:cNvPr id="1036" name="Google Shape;1036;p104"/>
          <p:cNvCxnSpPr/>
          <p:nvPr/>
        </p:nvCxnSpPr>
        <p:spPr>
          <a:xfrm>
            <a:off x="2366225" y="4108150"/>
            <a:ext cx="4284900"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05"/>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042" name="Google Shape;1042;p105"/>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Model Performance</a:t>
            </a:r>
            <a:endParaRPr sz="3000"/>
          </a:p>
        </p:txBody>
      </p:sp>
      <p:sp>
        <p:nvSpPr>
          <p:cNvPr id="1043" name="Google Shape;1043;p105"/>
          <p:cNvSpPr txBox="1">
            <a:spLocks noGrp="1"/>
          </p:cNvSpPr>
          <p:nvPr>
            <p:ph type="title"/>
          </p:nvPr>
        </p:nvSpPr>
        <p:spPr>
          <a:xfrm>
            <a:off x="364650" y="1246500"/>
            <a:ext cx="3963600" cy="3001500"/>
          </a:xfrm>
          <a:prstGeom prst="rect">
            <a:avLst/>
          </a:prstGeom>
        </p:spPr>
        <p:txBody>
          <a:bodyPr spcFirstLastPara="1" wrap="square" lIns="0" tIns="0" rIns="0" bIns="0" anchor="t" anchorCtr="0">
            <a:spAutoFit/>
          </a:bodyPr>
          <a:lstStyle/>
          <a:p>
            <a:pPr marL="457200" lvl="0" indent="-400050" algn="l" rtl="0">
              <a:lnSpc>
                <a:spcPct val="100000"/>
              </a:lnSpc>
              <a:spcBef>
                <a:spcPts val="0"/>
              </a:spcBef>
              <a:spcAft>
                <a:spcPts val="0"/>
              </a:spcAft>
              <a:buClr>
                <a:schemeClr val="dk1"/>
              </a:buClr>
              <a:buSzPts val="2700"/>
              <a:buChar char="●"/>
            </a:pPr>
            <a:r>
              <a:rPr lang="en" sz="1900"/>
              <a:t>Models capture some patterns in salary outcomes, but much of the variation remains unexplained.</a:t>
            </a:r>
            <a:endParaRPr sz="1900"/>
          </a:p>
          <a:p>
            <a:pPr marL="457200" lvl="0" indent="-400050" algn="l" rtl="0">
              <a:lnSpc>
                <a:spcPct val="100000"/>
              </a:lnSpc>
              <a:spcBef>
                <a:spcPts val="0"/>
              </a:spcBef>
              <a:spcAft>
                <a:spcPts val="0"/>
              </a:spcAft>
              <a:buClr>
                <a:schemeClr val="dk1"/>
              </a:buClr>
              <a:buSzPts val="2700"/>
              <a:buChar char="●"/>
            </a:pPr>
            <a:r>
              <a:rPr lang="en" sz="1900"/>
              <a:t>A more robust dataset or additional features could improve predictive performance.</a:t>
            </a:r>
            <a:endParaRPr sz="1900"/>
          </a:p>
          <a:p>
            <a:pPr marL="457200" lvl="0" indent="-400050" algn="l" rtl="0">
              <a:lnSpc>
                <a:spcPct val="100000"/>
              </a:lnSpc>
              <a:spcBef>
                <a:spcPts val="0"/>
              </a:spcBef>
              <a:spcAft>
                <a:spcPts val="0"/>
              </a:spcAft>
              <a:buClr>
                <a:schemeClr val="dk1"/>
              </a:buClr>
              <a:buSzPts val="2700"/>
              <a:buChar char="●"/>
            </a:pPr>
            <a:r>
              <a:rPr lang="en" sz="1900"/>
              <a:t>Gradient Boosting displayed strongest predictive power and lowest error.</a:t>
            </a:r>
            <a:endParaRPr sz="1900"/>
          </a:p>
        </p:txBody>
      </p:sp>
      <p:pic>
        <p:nvPicPr>
          <p:cNvPr id="1044" name="Google Shape;1044;p105"/>
          <p:cNvPicPr preferRelativeResize="0"/>
          <p:nvPr/>
        </p:nvPicPr>
        <p:blipFill>
          <a:blip r:embed="rId3">
            <a:alphaModFix/>
          </a:blip>
          <a:stretch>
            <a:fillRect/>
          </a:stretch>
        </p:blipFill>
        <p:spPr>
          <a:xfrm>
            <a:off x="4858850" y="924242"/>
            <a:ext cx="4048770" cy="38557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06"/>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1050" name="Google Shape;1050;p106"/>
          <p:cNvSpPr txBox="1">
            <a:spLocks noGrp="1"/>
          </p:cNvSpPr>
          <p:nvPr>
            <p:ph type="title"/>
          </p:nvPr>
        </p:nvSpPr>
        <p:spPr>
          <a:xfrm>
            <a:off x="472200" y="1316700"/>
            <a:ext cx="4290300" cy="3234900"/>
          </a:xfrm>
          <a:prstGeom prst="rect">
            <a:avLst/>
          </a:prstGeom>
        </p:spPr>
        <p:txBody>
          <a:bodyPr spcFirstLastPara="1" wrap="square" lIns="0" tIns="0" rIns="0" bIns="0" anchor="t" anchorCtr="0">
            <a:noAutofit/>
          </a:bodyPr>
          <a:lstStyle/>
          <a:p>
            <a:pPr marL="457200" lvl="0" indent="-393700" algn="l" rtl="0">
              <a:spcBef>
                <a:spcPts val="0"/>
              </a:spcBef>
              <a:spcAft>
                <a:spcPts val="0"/>
              </a:spcAft>
              <a:buSzPts val="2600"/>
              <a:buChar char="●"/>
            </a:pPr>
            <a:r>
              <a:rPr lang="en" sz="2100"/>
              <a:t>Quantitative score is the most influential factor for salary outcomes.</a:t>
            </a:r>
            <a:endParaRPr sz="2100"/>
          </a:p>
          <a:p>
            <a:pPr marL="457200" lvl="0" indent="-393700" algn="l" rtl="0">
              <a:spcBef>
                <a:spcPts val="0"/>
              </a:spcBef>
              <a:spcAft>
                <a:spcPts val="0"/>
              </a:spcAft>
              <a:buSzPts val="2600"/>
              <a:buChar char="●"/>
            </a:pPr>
            <a:r>
              <a:rPr lang="en" sz="2100"/>
              <a:t>Consistent academic performance from grade 10 through college was more important than any single academic measure.</a:t>
            </a:r>
            <a:endParaRPr sz="2100"/>
          </a:p>
        </p:txBody>
      </p:sp>
      <p:sp>
        <p:nvSpPr>
          <p:cNvPr id="1051" name="Google Shape;1051;p106"/>
          <p:cNvSpPr txBox="1">
            <a:spLocks noGrp="1"/>
          </p:cNvSpPr>
          <p:nvPr>
            <p:ph type="title" idx="4294967295"/>
          </p:nvPr>
        </p:nvSpPr>
        <p:spPr>
          <a:xfrm>
            <a:off x="361975" y="532276"/>
            <a:ext cx="7986300" cy="53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Gradient Boosting: Top Predictors</a:t>
            </a:r>
            <a:endParaRPr i="1" dirty="0"/>
          </a:p>
        </p:txBody>
      </p:sp>
      <p:pic>
        <p:nvPicPr>
          <p:cNvPr id="1052" name="Google Shape;1052;p106"/>
          <p:cNvPicPr preferRelativeResize="0"/>
          <p:nvPr/>
        </p:nvPicPr>
        <p:blipFill>
          <a:blip r:embed="rId3">
            <a:alphaModFix/>
          </a:blip>
          <a:stretch>
            <a:fillRect/>
          </a:stretch>
        </p:blipFill>
        <p:spPr>
          <a:xfrm>
            <a:off x="5129675" y="1146525"/>
            <a:ext cx="3813522" cy="37868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07"/>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1058" name="Google Shape;1058;p107"/>
          <p:cNvSpPr txBox="1">
            <a:spLocks noGrp="1"/>
          </p:cNvSpPr>
          <p:nvPr>
            <p:ph type="subTitle" idx="3"/>
          </p:nvPr>
        </p:nvSpPr>
        <p:spPr>
          <a:xfrm>
            <a:off x="2609650" y="1361702"/>
            <a:ext cx="33825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Quantitative skills and consistency matter</a:t>
            </a:r>
            <a:endParaRPr/>
          </a:p>
        </p:txBody>
      </p:sp>
      <p:sp>
        <p:nvSpPr>
          <p:cNvPr id="1059" name="Google Shape;1059;p107"/>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Findings &amp; Conclusions</a:t>
            </a:r>
            <a:endParaRPr sz="3000"/>
          </a:p>
        </p:txBody>
      </p:sp>
      <p:sp>
        <p:nvSpPr>
          <p:cNvPr id="1060" name="Google Shape;1060;p107"/>
          <p:cNvSpPr txBox="1">
            <a:spLocks noGrp="1"/>
          </p:cNvSpPr>
          <p:nvPr>
            <p:ph type="title"/>
          </p:nvPr>
        </p:nvSpPr>
        <p:spPr>
          <a:xfrm>
            <a:off x="361975" y="1148450"/>
            <a:ext cx="8123700" cy="38790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800"/>
              <a:t>Predicting salary is possible, but it is multi-faceted.</a:t>
            </a:r>
            <a:endParaRPr sz="1800"/>
          </a:p>
          <a:p>
            <a:pPr marL="457200" lvl="0" indent="-342900" algn="l" rtl="0">
              <a:lnSpc>
                <a:spcPct val="100000"/>
              </a:lnSpc>
              <a:spcBef>
                <a:spcPts val="0"/>
              </a:spcBef>
              <a:spcAft>
                <a:spcPts val="0"/>
              </a:spcAft>
              <a:buClr>
                <a:schemeClr val="dk1"/>
              </a:buClr>
              <a:buSzPts val="1800"/>
              <a:buChar char="●"/>
            </a:pPr>
            <a:r>
              <a:rPr lang="en" sz="1800"/>
              <a:t>The models only explained a portion of salary variation. Other factors like internship experience likely contribute as well.</a:t>
            </a:r>
            <a:endParaRPr sz="1800"/>
          </a:p>
          <a:p>
            <a:pPr marL="0" lvl="0" indent="0" algn="l" rtl="0">
              <a:lnSpc>
                <a:spcPct val="100000"/>
              </a:lnSpc>
              <a:spcBef>
                <a:spcPts val="0"/>
              </a:spcBef>
              <a:spcAft>
                <a:spcPts val="0"/>
              </a:spcAft>
              <a:buNone/>
            </a:pPr>
            <a:r>
              <a:rPr lang="en" sz="1800"/>
              <a:t>Quantitative skills and consistency matter.</a:t>
            </a:r>
            <a:endParaRPr sz="1800"/>
          </a:p>
          <a:p>
            <a:pPr marL="457200" lvl="0" indent="-342900" algn="l" rtl="0">
              <a:lnSpc>
                <a:spcPct val="100000"/>
              </a:lnSpc>
              <a:spcBef>
                <a:spcPts val="0"/>
              </a:spcBef>
              <a:spcAft>
                <a:spcPts val="0"/>
              </a:spcAft>
              <a:buClr>
                <a:schemeClr val="dk1"/>
              </a:buClr>
              <a:buSzPts val="1800"/>
              <a:buChar char="●"/>
            </a:pPr>
            <a:r>
              <a:rPr lang="en" sz="1800"/>
              <a:t>Students with high quantitative scores tended to earn higher salaries. Investing in quantitative training for students could improve overall salary outcomes.</a:t>
            </a:r>
            <a:endParaRPr sz="1800"/>
          </a:p>
          <a:p>
            <a:pPr marL="457200" lvl="0" indent="-342900" algn="l" rtl="0">
              <a:lnSpc>
                <a:spcPct val="100000"/>
              </a:lnSpc>
              <a:spcBef>
                <a:spcPts val="0"/>
              </a:spcBef>
              <a:spcAft>
                <a:spcPts val="0"/>
              </a:spcAft>
              <a:buClr>
                <a:schemeClr val="dk1"/>
              </a:buClr>
              <a:buSzPts val="1800"/>
              <a:buChar char="●"/>
            </a:pPr>
            <a:r>
              <a:rPr lang="en" sz="1800"/>
              <a:t>Academic consistency emerged as an important salary predictor. Lower college GPA compared to high school grades can be an indicator that intervention is needed.</a:t>
            </a:r>
            <a:endParaRPr sz="1800"/>
          </a:p>
          <a:p>
            <a:pPr marL="0" lvl="0" indent="0" algn="l" rtl="0">
              <a:lnSpc>
                <a:spcPct val="100000"/>
              </a:lnSpc>
              <a:spcBef>
                <a:spcPts val="0"/>
              </a:spcBef>
              <a:spcAft>
                <a:spcPts val="0"/>
              </a:spcAft>
              <a:buNone/>
            </a:pPr>
            <a:r>
              <a:rPr lang="en" sz="1800"/>
              <a:t>Communication is high-impact.</a:t>
            </a:r>
            <a:endParaRPr sz="1800"/>
          </a:p>
          <a:p>
            <a:pPr marL="457200" lvl="0" indent="-342900" algn="l" rtl="0">
              <a:lnSpc>
                <a:spcPct val="100000"/>
              </a:lnSpc>
              <a:spcBef>
                <a:spcPts val="0"/>
              </a:spcBef>
              <a:spcAft>
                <a:spcPts val="0"/>
              </a:spcAft>
              <a:buClr>
                <a:schemeClr val="dk1"/>
              </a:buClr>
              <a:buSzPts val="1800"/>
              <a:buChar char="●"/>
            </a:pPr>
            <a:r>
              <a:rPr lang="en" sz="1800"/>
              <a:t>English scores were associated with higher salaries. This is a skill that employers are looking for, so proficiency in it can be emphasized at the university level.</a:t>
            </a:r>
            <a:endParaRPr sz="1800"/>
          </a:p>
          <a:p>
            <a:pPr marL="0" lvl="0" indent="0" algn="l" rtl="0">
              <a:lnSpc>
                <a:spcPct val="100000"/>
              </a:lnSpc>
              <a:spcBef>
                <a:spcPts val="0"/>
              </a:spcBef>
              <a:spcAft>
                <a:spcPts val="0"/>
              </a:spcAft>
              <a:buNone/>
            </a:pP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08"/>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1066" name="Google Shape;1066;p108"/>
          <p:cNvSpPr txBox="1">
            <a:spLocks noGrp="1"/>
          </p:cNvSpPr>
          <p:nvPr>
            <p:ph type="title" idx="4294967295"/>
          </p:nvPr>
        </p:nvSpPr>
        <p:spPr>
          <a:xfrm>
            <a:off x="361975" y="532276"/>
            <a:ext cx="7986300" cy="53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Deployment Strategy</a:t>
            </a:r>
            <a:endParaRPr i="1"/>
          </a:p>
        </p:txBody>
      </p:sp>
      <p:sp>
        <p:nvSpPr>
          <p:cNvPr id="1067" name="Google Shape;1067;p108"/>
          <p:cNvSpPr txBox="1">
            <a:spLocks noGrp="1"/>
          </p:cNvSpPr>
          <p:nvPr>
            <p:ph type="subTitle" idx="4294967295"/>
          </p:nvPr>
        </p:nvSpPr>
        <p:spPr>
          <a:xfrm>
            <a:off x="361966" y="1317019"/>
            <a:ext cx="7874400" cy="1847100"/>
          </a:xfrm>
          <a:prstGeom prst="rect">
            <a:avLst/>
          </a:prstGeom>
        </p:spPr>
        <p:txBody>
          <a:bodyPr spcFirstLastPara="1" wrap="square" lIns="0" tIns="0" rIns="0" bIns="0" anchor="t" anchorCtr="0">
            <a:spAutoFit/>
          </a:bodyPr>
          <a:lstStyle/>
          <a:p>
            <a:pPr marL="457200" lvl="0" indent="-355600" algn="l" rtl="0">
              <a:spcBef>
                <a:spcPts val="0"/>
              </a:spcBef>
              <a:spcAft>
                <a:spcPts val="0"/>
              </a:spcAft>
              <a:buSzPts val="2000"/>
              <a:buChar char="●"/>
            </a:pPr>
            <a:r>
              <a:rPr lang="en" sz="2000"/>
              <a:t>Automatically pull data from university sources and apply preprocessing.</a:t>
            </a:r>
            <a:endParaRPr sz="2000"/>
          </a:p>
          <a:p>
            <a:pPr marL="457200" lvl="0" indent="-355600" algn="l" rtl="0">
              <a:spcBef>
                <a:spcPts val="0"/>
              </a:spcBef>
              <a:spcAft>
                <a:spcPts val="0"/>
              </a:spcAft>
              <a:buSzPts val="2000"/>
              <a:buChar char="●"/>
            </a:pPr>
            <a:r>
              <a:rPr lang="en" sz="2000"/>
              <a:t>Fit machine learning model and predict salaries on a schedule.</a:t>
            </a:r>
            <a:endParaRPr sz="2000"/>
          </a:p>
          <a:p>
            <a:pPr marL="457200" lvl="0" indent="-355600" algn="l" rtl="0">
              <a:spcBef>
                <a:spcPts val="0"/>
              </a:spcBef>
              <a:spcAft>
                <a:spcPts val="0"/>
              </a:spcAft>
              <a:buSzPts val="2000"/>
              <a:buChar char="●"/>
            </a:pPr>
            <a:r>
              <a:rPr lang="en" sz="2000"/>
              <a:t>Dashboard to help staff identify students in need of support.</a:t>
            </a:r>
            <a:endParaRPr sz="2000"/>
          </a:p>
          <a:p>
            <a:pPr marL="457200" lvl="0" indent="-355600" algn="l" rtl="0">
              <a:spcBef>
                <a:spcPts val="0"/>
              </a:spcBef>
              <a:spcAft>
                <a:spcPts val="0"/>
              </a:spcAft>
              <a:buSzPts val="2000"/>
              <a:buChar char="●"/>
            </a:pPr>
            <a:r>
              <a:rPr lang="en" sz="2000"/>
              <a:t>Early intervention.</a:t>
            </a:r>
            <a:endParaRPr sz="2000"/>
          </a:p>
          <a:p>
            <a:pPr marL="457200" lvl="0" indent="-355600" algn="l" rtl="0">
              <a:spcBef>
                <a:spcPts val="0"/>
              </a:spcBef>
              <a:spcAft>
                <a:spcPts val="0"/>
              </a:spcAft>
              <a:buSzPts val="2000"/>
              <a:buChar char="●"/>
            </a:pPr>
            <a:r>
              <a:rPr lang="en" sz="2000"/>
              <a:t>Retrain model when new salary outcomes are available.</a:t>
            </a:r>
            <a:endParaRPr sz="2000"/>
          </a:p>
        </p:txBody>
      </p:sp>
      <p:grpSp>
        <p:nvGrpSpPr>
          <p:cNvPr id="1068" name="Google Shape;1068;p108"/>
          <p:cNvGrpSpPr/>
          <p:nvPr/>
        </p:nvGrpSpPr>
        <p:grpSpPr>
          <a:xfrm>
            <a:off x="1015499" y="3616138"/>
            <a:ext cx="7019109" cy="1163866"/>
            <a:chOff x="376112" y="2198812"/>
            <a:chExt cx="4439945" cy="842100"/>
          </a:xfrm>
        </p:grpSpPr>
        <p:sp>
          <p:nvSpPr>
            <p:cNvPr id="1069" name="Google Shape;1069;p108"/>
            <p:cNvSpPr/>
            <p:nvPr/>
          </p:nvSpPr>
          <p:spPr>
            <a:xfrm>
              <a:off x="376112"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Student Data</a:t>
              </a:r>
              <a:endParaRPr sz="967">
                <a:solidFill>
                  <a:schemeClr val="dk1"/>
                </a:solidFill>
                <a:latin typeface="DM Sans"/>
                <a:ea typeface="DM Sans"/>
                <a:cs typeface="DM Sans"/>
                <a:sym typeface="DM Sans"/>
              </a:endParaRPr>
            </a:p>
          </p:txBody>
        </p:sp>
        <p:sp>
          <p:nvSpPr>
            <p:cNvPr id="1070" name="Google Shape;1070;p108"/>
            <p:cNvSpPr/>
            <p:nvPr/>
          </p:nvSpPr>
          <p:spPr>
            <a:xfrm>
              <a:off x="1304445"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Automated  Pipeline</a:t>
              </a:r>
              <a:endParaRPr sz="967">
                <a:solidFill>
                  <a:schemeClr val="dk1"/>
                </a:solidFill>
                <a:latin typeface="DM Sans"/>
                <a:ea typeface="DM Sans"/>
                <a:cs typeface="DM Sans"/>
                <a:sym typeface="DM Sans"/>
              </a:endParaRPr>
            </a:p>
          </p:txBody>
        </p:sp>
        <p:sp>
          <p:nvSpPr>
            <p:cNvPr id="1071" name="Google Shape;1071;p108"/>
            <p:cNvSpPr/>
            <p:nvPr/>
          </p:nvSpPr>
          <p:spPr>
            <a:xfrm>
              <a:off x="2232791"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Salary Predictions with ML</a:t>
              </a:r>
              <a:endParaRPr sz="967">
                <a:solidFill>
                  <a:schemeClr val="dk1"/>
                </a:solidFill>
                <a:latin typeface="DM Sans"/>
                <a:ea typeface="DM Sans"/>
                <a:cs typeface="DM Sans"/>
                <a:sym typeface="DM Sans"/>
              </a:endParaRPr>
            </a:p>
          </p:txBody>
        </p:sp>
        <p:sp>
          <p:nvSpPr>
            <p:cNvPr id="1072" name="Google Shape;1072;p108"/>
            <p:cNvSpPr/>
            <p:nvPr/>
          </p:nvSpPr>
          <p:spPr>
            <a:xfrm>
              <a:off x="3161124"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Administrator Dashboard</a:t>
              </a:r>
              <a:endParaRPr sz="967">
                <a:solidFill>
                  <a:schemeClr val="dk1"/>
                </a:solidFill>
                <a:latin typeface="DM Sans"/>
                <a:ea typeface="DM Sans"/>
                <a:cs typeface="DM Sans"/>
                <a:sym typeface="DM Sans"/>
              </a:endParaRPr>
            </a:p>
          </p:txBody>
        </p:sp>
        <p:sp>
          <p:nvSpPr>
            <p:cNvPr id="1073" name="Google Shape;1073;p108"/>
            <p:cNvSpPr/>
            <p:nvPr/>
          </p:nvSpPr>
          <p:spPr>
            <a:xfrm>
              <a:off x="4089457" y="2198812"/>
              <a:ext cx="726600" cy="842100"/>
            </a:xfrm>
            <a:prstGeom prst="ellipse">
              <a:avLst/>
            </a:prstGeom>
            <a:solidFill>
              <a:schemeClr val="accent5"/>
            </a:solidFill>
            <a:ln w="263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967">
                  <a:solidFill>
                    <a:schemeClr val="dk1"/>
                  </a:solidFill>
                  <a:latin typeface="DM Sans"/>
                  <a:ea typeface="DM Sans"/>
                  <a:cs typeface="DM Sans"/>
                  <a:sym typeface="DM Sans"/>
                </a:rPr>
                <a:t>Action</a:t>
              </a:r>
              <a:endParaRPr sz="967">
                <a:solidFill>
                  <a:schemeClr val="dk1"/>
                </a:solidFill>
                <a:latin typeface="DM Sans"/>
                <a:ea typeface="DM Sans"/>
                <a:cs typeface="DM Sans"/>
                <a:sym typeface="DM Sans"/>
              </a:endParaRPr>
            </a:p>
          </p:txBody>
        </p:sp>
      </p:grpSp>
      <p:cxnSp>
        <p:nvCxnSpPr>
          <p:cNvPr id="1074" name="Google Shape;1074;p108"/>
          <p:cNvCxnSpPr>
            <a:endCxn id="1070" idx="2"/>
          </p:cNvCxnSpPr>
          <p:nvPr/>
        </p:nvCxnSpPr>
        <p:spPr>
          <a:xfrm>
            <a:off x="2164201"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1075" name="Google Shape;1075;p108"/>
          <p:cNvCxnSpPr>
            <a:endCxn id="1071" idx="2"/>
          </p:cNvCxnSpPr>
          <p:nvPr/>
        </p:nvCxnSpPr>
        <p:spPr>
          <a:xfrm>
            <a:off x="3651924" y="4198071"/>
            <a:ext cx="298800" cy="0"/>
          </a:xfrm>
          <a:prstGeom prst="straightConnector1">
            <a:avLst/>
          </a:prstGeom>
          <a:noFill/>
          <a:ln w="9525" cap="flat" cmpd="sng">
            <a:solidFill>
              <a:schemeClr val="dk2"/>
            </a:solidFill>
            <a:prstDash val="solid"/>
            <a:round/>
            <a:headEnd type="none" w="med" len="med"/>
            <a:tailEnd type="triangle" w="med" len="med"/>
          </a:ln>
        </p:spPr>
      </p:cxnSp>
      <p:cxnSp>
        <p:nvCxnSpPr>
          <p:cNvPr id="1076" name="Google Shape;1076;p108"/>
          <p:cNvCxnSpPr>
            <a:stCxn id="1071" idx="6"/>
            <a:endCxn id="1072" idx="2"/>
          </p:cNvCxnSpPr>
          <p:nvPr/>
        </p:nvCxnSpPr>
        <p:spPr>
          <a:xfrm>
            <a:off x="5099406" y="4198071"/>
            <a:ext cx="318900" cy="0"/>
          </a:xfrm>
          <a:prstGeom prst="straightConnector1">
            <a:avLst/>
          </a:prstGeom>
          <a:noFill/>
          <a:ln w="9525" cap="flat" cmpd="sng">
            <a:solidFill>
              <a:schemeClr val="dk2"/>
            </a:solidFill>
            <a:prstDash val="solid"/>
            <a:round/>
            <a:headEnd type="none" w="med" len="med"/>
            <a:tailEnd type="triangle" w="med" len="med"/>
          </a:ln>
        </p:spPr>
      </p:cxnSp>
      <p:cxnSp>
        <p:nvCxnSpPr>
          <p:cNvPr id="1077" name="Google Shape;1077;p108"/>
          <p:cNvCxnSpPr>
            <a:stCxn id="1072" idx="6"/>
            <a:endCxn id="1073" idx="2"/>
          </p:cNvCxnSpPr>
          <p:nvPr/>
        </p:nvCxnSpPr>
        <p:spPr>
          <a:xfrm>
            <a:off x="6567007" y="4198071"/>
            <a:ext cx="318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109"/>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1083" name="Google Shape;1083;p109"/>
          <p:cNvSpPr txBox="1">
            <a:spLocks noGrp="1"/>
          </p:cNvSpPr>
          <p:nvPr>
            <p:ph type="title"/>
          </p:nvPr>
        </p:nvSpPr>
        <p:spPr>
          <a:xfrm>
            <a:off x="361975" y="567492"/>
            <a:ext cx="5718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000"/>
              <a:t>Future Work</a:t>
            </a:r>
            <a:endParaRPr sz="3000" i="1"/>
          </a:p>
        </p:txBody>
      </p:sp>
      <p:sp>
        <p:nvSpPr>
          <p:cNvPr id="1084" name="Google Shape;1084;p109"/>
          <p:cNvSpPr txBox="1">
            <a:spLocks noGrp="1"/>
          </p:cNvSpPr>
          <p:nvPr>
            <p:ph type="title" idx="4294967295"/>
          </p:nvPr>
        </p:nvSpPr>
        <p:spPr>
          <a:xfrm>
            <a:off x="472200" y="1316700"/>
            <a:ext cx="7413900" cy="3234900"/>
          </a:xfrm>
          <a:prstGeom prst="rect">
            <a:avLst/>
          </a:prstGeom>
        </p:spPr>
        <p:txBody>
          <a:bodyPr spcFirstLastPara="1" wrap="square" lIns="91425" tIns="91425" rIns="91425" bIns="91425" anchor="t" anchorCtr="0">
            <a:noAutofit/>
          </a:bodyPr>
          <a:lstStyle/>
          <a:p>
            <a:pPr marL="457200" lvl="0" indent="-393700" algn="l" rtl="0">
              <a:spcBef>
                <a:spcPts val="0"/>
              </a:spcBef>
              <a:spcAft>
                <a:spcPts val="0"/>
              </a:spcAft>
              <a:buClr>
                <a:schemeClr val="dk1"/>
              </a:buClr>
              <a:buSzPts val="2600"/>
              <a:buChar char="●"/>
            </a:pPr>
            <a:r>
              <a:rPr lang="en" sz="2100">
                <a:solidFill>
                  <a:schemeClr val="dk1"/>
                </a:solidFill>
              </a:rPr>
              <a:t>Capturing more predictors and using a larger sample will improve model performance and generalize better to other countries and disciplines.</a:t>
            </a:r>
            <a:endParaRPr sz="2100">
              <a:solidFill>
                <a:schemeClr val="dk1"/>
              </a:solidFill>
            </a:endParaRPr>
          </a:p>
          <a:p>
            <a:pPr marL="457200" lvl="0" indent="-361950" algn="l" rtl="0">
              <a:spcBef>
                <a:spcPts val="0"/>
              </a:spcBef>
              <a:spcAft>
                <a:spcPts val="0"/>
              </a:spcAft>
              <a:buClr>
                <a:schemeClr val="dk1"/>
              </a:buClr>
              <a:buSzPts val="2100"/>
              <a:buChar char="●"/>
            </a:pPr>
            <a:r>
              <a:rPr lang="en" sz="2100">
                <a:solidFill>
                  <a:schemeClr val="dk1"/>
                </a:solidFill>
              </a:rPr>
              <a:t>Obtaining data on additional post-graduation outcomes such as job placement and career progression will provide additional insights to universities.</a:t>
            </a:r>
            <a:endParaRPr sz="2100">
              <a:solidFill>
                <a:schemeClr val="dk1"/>
              </a:solidFill>
            </a:endParaRPr>
          </a:p>
          <a:p>
            <a:pPr marL="457200" lvl="0" indent="-361950" algn="l" rtl="0">
              <a:spcBef>
                <a:spcPts val="0"/>
              </a:spcBef>
              <a:spcAft>
                <a:spcPts val="0"/>
              </a:spcAft>
              <a:buClr>
                <a:schemeClr val="dk1"/>
              </a:buClr>
              <a:buSzPts val="2100"/>
              <a:buChar char="●"/>
            </a:pPr>
            <a:r>
              <a:rPr lang="en" sz="2100">
                <a:solidFill>
                  <a:schemeClr val="dk1"/>
                </a:solidFill>
              </a:rPr>
              <a:t>Applying deep learning techniques such as artificial neural networks can improve prediction accuracy.</a:t>
            </a:r>
            <a:endParaRPr sz="2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10"/>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1090" name="Google Shape;1090;p110"/>
          <p:cNvSpPr txBox="1">
            <a:spLocks noGrp="1"/>
          </p:cNvSpPr>
          <p:nvPr>
            <p:ph type="title" idx="4294967295"/>
          </p:nvPr>
        </p:nvSpPr>
        <p:spPr>
          <a:xfrm>
            <a:off x="361975" y="532276"/>
            <a:ext cx="7986300" cy="53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References</a:t>
            </a:r>
            <a:endParaRPr i="1"/>
          </a:p>
        </p:txBody>
      </p:sp>
      <p:sp>
        <p:nvSpPr>
          <p:cNvPr id="1091" name="Google Shape;1091;p110"/>
          <p:cNvSpPr txBox="1">
            <a:spLocks noGrp="1"/>
          </p:cNvSpPr>
          <p:nvPr>
            <p:ph type="subTitle" idx="4294967295"/>
          </p:nvPr>
        </p:nvSpPr>
        <p:spPr>
          <a:xfrm>
            <a:off x="411601" y="1317025"/>
            <a:ext cx="8414700" cy="800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800">
                <a:solidFill>
                  <a:srgbClr val="000000"/>
                </a:solidFill>
              </a:rPr>
              <a:t>Manish KC. “</a:t>
            </a:r>
            <a:r>
              <a:rPr lang="en" sz="1700">
                <a:solidFill>
                  <a:srgbClr val="000000"/>
                </a:solidFill>
              </a:rPr>
              <a:t>Engineering Graduate Salary Prediction Dataset</a:t>
            </a:r>
            <a:r>
              <a:rPr lang="en" sz="1800">
                <a:solidFill>
                  <a:srgbClr val="000000"/>
                </a:solidFill>
              </a:rPr>
              <a:t>.” Kaggle. </a:t>
            </a:r>
            <a:r>
              <a:rPr lang="en" sz="1700" u="sng">
                <a:solidFill>
                  <a:schemeClr val="hlink"/>
                </a:solidFill>
                <a:hlinkClick r:id="rId3"/>
              </a:rPr>
              <a:t>https://www.kaggle.com/datasets/manishkc06/engineering-graduate-salary-prediction.</a:t>
            </a:r>
            <a:endParaRPr sz="2600"/>
          </a:p>
          <a:p>
            <a:pPr marL="457200" lvl="0" indent="-336550" algn="l" rtl="0">
              <a:spcBef>
                <a:spcPts val="0"/>
              </a:spcBef>
              <a:spcAft>
                <a:spcPts val="0"/>
              </a:spcAft>
              <a:buSzPts val="1700"/>
              <a:buChar char="●"/>
            </a:pPr>
            <a:r>
              <a:rPr lang="en" sz="1700"/>
              <a:t>Dataset derived from Aspiring Minds Employment Outcomes study</a:t>
            </a:r>
            <a:endParaRPr sz="1700"/>
          </a:p>
        </p:txBody>
      </p:sp>
    </p:spTree>
  </p:cSld>
  <p:clrMapOvr>
    <a:masterClrMapping/>
  </p:clrMapOvr>
</p:sld>
</file>

<file path=ppt/theme/theme1.xml><?xml version="1.0" encoding="utf-8"?>
<a:theme xmlns:a="http://schemas.openxmlformats.org/drawingml/2006/main"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853</Words>
  <Application>Microsoft Macintosh PowerPoint</Application>
  <PresentationFormat>On-screen Show (16:9)</PresentationFormat>
  <Paragraphs>134</Paragraphs>
  <Slides>16</Slides>
  <Notes>16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16</vt:i4>
      </vt:variant>
    </vt:vector>
  </HeadingPairs>
  <TitlesOfParts>
    <vt:vector size="29" baseType="lpstr">
      <vt:lpstr>Urbanist Medium</vt:lpstr>
      <vt:lpstr>Urbanist SemiBold</vt:lpstr>
      <vt:lpstr>DM Sans Light</vt:lpstr>
      <vt:lpstr>DM Sans SemiBold</vt:lpstr>
      <vt:lpstr>DM Sans Medium</vt:lpstr>
      <vt:lpstr>DM Sans</vt:lpstr>
      <vt:lpstr>Newsreader SemiBold</vt:lpstr>
      <vt:lpstr>Newsreader Light</vt:lpstr>
      <vt:lpstr>Newsreader</vt:lpstr>
      <vt:lpstr>Arial</vt:lpstr>
      <vt:lpstr>Urbanist</vt:lpstr>
      <vt:lpstr>Dark Particles</vt:lpstr>
      <vt:lpstr>Business Plan Presentation</vt:lpstr>
      <vt:lpstr>Engineering Graduate Salary Prediction with Machine Learning</vt:lpstr>
      <vt:lpstr>Executive Summary</vt:lpstr>
      <vt:lpstr>Universities are always facing pressure to improve employment outcomes for graduates. However, outcomes are only known after students have already graduated, making it difficult to proactively influence outcomes while students are enrolled.   Key questions: Can salary outcomes be predicted before graduation?  Which predictors are associated with higher salaries? Can schools identify students who need assistance and take action?</vt:lpstr>
      <vt:lpstr>Business Value</vt:lpstr>
      <vt:lpstr>Data Overview</vt:lpstr>
      <vt:lpstr>Preprocessing steps: Dropped identifiers from dataset. Regrouped Specialization and Degree to avoid sparse levels. Replaced null and invalid values with median. Log-transformed salary to address extreme values and improve model stability. Engineered features for academic consistency and growth. </vt:lpstr>
      <vt:lpstr>Salary Overview</vt:lpstr>
      <vt:lpstr>Exploring Features Associated with Salary </vt:lpstr>
      <vt:lpstr>Methodology</vt:lpstr>
      <vt:lpstr>Tools and Technology</vt:lpstr>
      <vt:lpstr>Model Performance</vt:lpstr>
      <vt:lpstr>Quantitative score is the most influential factor for salary outcomes. Consistent academic performance from grade 10 through college was more important than any single academic measure.</vt:lpstr>
      <vt:lpstr>Findings &amp; Conclusions</vt:lpstr>
      <vt:lpstr>Deployment Strategy</vt:lpstr>
      <vt:lpstr>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Sagar Biswas</cp:lastModifiedBy>
  <cp:revision>1</cp:revision>
  <dcterms:modified xsi:type="dcterms:W3CDTF">2026-06-08T03:03:45Z</dcterms:modified>
</cp:coreProperties>
</file>